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Naïve Bayes Classification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Swagato</a:t>
            </a:r>
            <a:r>
              <a:rPr lang="en-US" dirty="0" smtClean="0"/>
              <a:t> </a:t>
            </a:r>
            <a:r>
              <a:rPr lang="en-US" dirty="0" err="1" smtClean="0"/>
              <a:t>Chatterjee</a:t>
            </a:r>
            <a:endParaRPr lang="en-US" dirty="0" smtClean="0"/>
          </a:p>
          <a:p>
            <a:r>
              <a:rPr lang="en-US" dirty="0" smtClean="0"/>
              <a:t>Listen2Data Consultancy</a:t>
            </a:r>
          </a:p>
          <a:p>
            <a:r>
              <a:rPr lang="en-US" dirty="0" smtClean="0"/>
              <a:t>23</a:t>
            </a:r>
            <a:r>
              <a:rPr lang="en-US" baseline="30000" dirty="0" smtClean="0"/>
              <a:t>rd</a:t>
            </a:r>
            <a:r>
              <a:rPr lang="en-US" dirty="0" smtClean="0"/>
              <a:t> March,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12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 Theorem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7" y="1345474"/>
            <a:ext cx="28765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648200"/>
            <a:ext cx="41433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58" y="2403566"/>
            <a:ext cx="763360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59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2" y="838200"/>
            <a:ext cx="7543800" cy="16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06" y="3200400"/>
            <a:ext cx="7935932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05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Bayes Algorithm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39744"/>
            <a:ext cx="8011218" cy="188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344783" y="39624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A message has the words ‘Viagra’ and ‘Unsubscribe’, but not ‘Money’ and ‘Groceries’</a:t>
            </a:r>
          </a:p>
          <a:p>
            <a:endParaRPr lang="en-US" dirty="0"/>
          </a:p>
          <a:p>
            <a:r>
              <a:rPr lang="en-US" dirty="0" smtClean="0"/>
              <a:t>Find the probability of being spam: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89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67000" y="75374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A message has  all the words ‘Viagra’, ‘Unsubscribe’, ‘Money’ and ‘Groceries’</a:t>
            </a:r>
          </a:p>
          <a:p>
            <a:endParaRPr lang="en-US" dirty="0"/>
          </a:p>
          <a:p>
            <a:r>
              <a:rPr lang="en-US" dirty="0" smtClean="0"/>
              <a:t>Find the probability of being spam: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34671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Laplace Estimator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0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 Factors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09800"/>
            <a:ext cx="6831075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233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74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Naïve Bayes Classification</vt:lpstr>
      <vt:lpstr>Bayes Theorem</vt:lpstr>
      <vt:lpstr>PowerPoint Presentation</vt:lpstr>
      <vt:lpstr>Naïve Bayes Algorithm</vt:lpstr>
      <vt:lpstr>PowerPoint Presentation</vt:lpstr>
      <vt:lpstr>Numeric Factors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Bayes Classification</dc:title>
  <dc:creator>swagato</dc:creator>
  <cp:lastModifiedBy>swagato</cp:lastModifiedBy>
  <cp:revision>5</cp:revision>
  <dcterms:created xsi:type="dcterms:W3CDTF">2006-08-16T00:00:00Z</dcterms:created>
  <dcterms:modified xsi:type="dcterms:W3CDTF">2015-03-22T11:48:58Z</dcterms:modified>
</cp:coreProperties>
</file>