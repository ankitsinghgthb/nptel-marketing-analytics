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93" r:id="rId3"/>
    <p:sldId id="294" r:id="rId4"/>
    <p:sldId id="295" r:id="rId5"/>
    <p:sldId id="296" r:id="rId6"/>
    <p:sldId id="297" r:id="rId7"/>
    <p:sldId id="298" r:id="rId8"/>
    <p:sldId id="299" r:id="rId9"/>
    <p:sldId id="300" r:id="rId10"/>
    <p:sldId id="301" r:id="rId11"/>
    <p:sldId id="302" r:id="rId12"/>
    <p:sldId id="304" r:id="rId13"/>
    <p:sldId id="305" r:id="rId14"/>
    <p:sldId id="306" r:id="rId15"/>
    <p:sldId id="307" r:id="rId16"/>
    <p:sldId id="308" r:id="rId17"/>
    <p:sldId id="310" r:id="rId18"/>
    <p:sldId id="309" r:id="rId19"/>
    <p:sldId id="311" r:id="rId20"/>
    <p:sldId id="312" r:id="rId21"/>
    <p:sldId id="313" r:id="rId22"/>
    <p:sldId id="314" r:id="rId23"/>
    <p:sldId id="315" r:id="rId24"/>
    <p:sldId id="303" r:id="rId25"/>
    <p:sldId id="292"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68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1C2C1-0777-43FC-B6C9-8038D8E2929C}" type="datetimeFigureOut">
              <a:rPr lang="en-IN" smtClean="0"/>
              <a:t>28-01-2020</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2618F8-234A-46EB-BF2B-FEB1986FA2D1}" type="slidenum">
              <a:rPr lang="en-IN" smtClean="0"/>
              <a:t>‹#›</a:t>
            </a:fld>
            <a:endParaRPr lang="en-IN"/>
          </a:p>
        </p:txBody>
      </p:sp>
    </p:spTree>
    <p:extLst>
      <p:ext uri="{BB962C8B-B14F-4D97-AF65-F5344CB8AC3E}">
        <p14:creationId xmlns:p14="http://schemas.microsoft.com/office/powerpoint/2010/main" val="2072372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A0635D2B-F802-45D0-AA29-CBCD031342F7}" type="datetimeFigureOut">
              <a:rPr lang="en-IN" smtClean="0"/>
              <a:t>28-01-2020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E5ED93-6275-4071-931D-1E5F7E7E1E9E}" type="slidenum">
              <a:rPr lang="en-IN" smtClean="0"/>
              <a:t>‹#›</a:t>
            </a:fld>
            <a:endParaRPr lang="en-IN"/>
          </a:p>
        </p:txBody>
      </p:sp>
    </p:spTree>
    <p:extLst>
      <p:ext uri="{BB962C8B-B14F-4D97-AF65-F5344CB8AC3E}">
        <p14:creationId xmlns:p14="http://schemas.microsoft.com/office/powerpoint/2010/main" val="189824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0635D2B-F802-45D0-AA29-CBCD031342F7}" type="datetimeFigureOut">
              <a:rPr lang="en-IN" smtClean="0"/>
              <a:t>28-01-2020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E5ED93-6275-4071-931D-1E5F7E7E1E9E}" type="slidenum">
              <a:rPr lang="en-IN" smtClean="0"/>
              <a:t>‹#›</a:t>
            </a:fld>
            <a:endParaRPr lang="en-IN"/>
          </a:p>
        </p:txBody>
      </p:sp>
    </p:spTree>
    <p:extLst>
      <p:ext uri="{BB962C8B-B14F-4D97-AF65-F5344CB8AC3E}">
        <p14:creationId xmlns:p14="http://schemas.microsoft.com/office/powerpoint/2010/main" val="2762478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0635D2B-F802-45D0-AA29-CBCD031342F7}" type="datetimeFigureOut">
              <a:rPr lang="en-IN" smtClean="0"/>
              <a:t>28-01-2020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E5ED93-6275-4071-931D-1E5F7E7E1E9E}" type="slidenum">
              <a:rPr lang="en-IN" smtClean="0"/>
              <a:t>‹#›</a:t>
            </a:fld>
            <a:endParaRPr lang="en-IN"/>
          </a:p>
        </p:txBody>
      </p:sp>
    </p:spTree>
    <p:extLst>
      <p:ext uri="{BB962C8B-B14F-4D97-AF65-F5344CB8AC3E}">
        <p14:creationId xmlns:p14="http://schemas.microsoft.com/office/powerpoint/2010/main" val="30015980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A0635D2B-F802-45D0-AA29-CBCD031342F7}" type="datetimeFigureOut">
              <a:rPr lang="en-IN" smtClean="0"/>
              <a:t>28-01-2020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E5ED93-6275-4071-931D-1E5F7E7E1E9E}" type="slidenum">
              <a:rPr lang="en-IN" smtClean="0"/>
              <a:t>‹#›</a:t>
            </a:fld>
            <a:endParaRPr lang="en-IN"/>
          </a:p>
        </p:txBody>
      </p:sp>
    </p:spTree>
    <p:extLst>
      <p:ext uri="{BB962C8B-B14F-4D97-AF65-F5344CB8AC3E}">
        <p14:creationId xmlns:p14="http://schemas.microsoft.com/office/powerpoint/2010/main" val="1584143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A0635D2B-F802-45D0-AA29-CBCD031342F7}" type="datetimeFigureOut">
              <a:rPr lang="en-IN" smtClean="0"/>
              <a:t>28-01-2020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4E5ED93-6275-4071-931D-1E5F7E7E1E9E}" type="slidenum">
              <a:rPr lang="en-IN" smtClean="0"/>
              <a:t>‹#›</a:t>
            </a:fld>
            <a:endParaRPr lang="en-IN"/>
          </a:p>
        </p:txBody>
      </p:sp>
    </p:spTree>
    <p:extLst>
      <p:ext uri="{BB962C8B-B14F-4D97-AF65-F5344CB8AC3E}">
        <p14:creationId xmlns:p14="http://schemas.microsoft.com/office/powerpoint/2010/main" val="321779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A0635D2B-F802-45D0-AA29-CBCD031342F7}" type="datetimeFigureOut">
              <a:rPr lang="en-IN" smtClean="0"/>
              <a:t>28-01-2020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4E5ED93-6275-4071-931D-1E5F7E7E1E9E}" type="slidenum">
              <a:rPr lang="en-IN" smtClean="0"/>
              <a:t>‹#›</a:t>
            </a:fld>
            <a:endParaRPr lang="en-IN"/>
          </a:p>
        </p:txBody>
      </p:sp>
    </p:spTree>
    <p:extLst>
      <p:ext uri="{BB962C8B-B14F-4D97-AF65-F5344CB8AC3E}">
        <p14:creationId xmlns:p14="http://schemas.microsoft.com/office/powerpoint/2010/main" val="18003534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635D2B-F802-45D0-AA29-CBCD031342F7}" type="datetimeFigureOut">
              <a:rPr lang="en-IN" smtClean="0"/>
              <a:t>28-01-2020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4E5ED93-6275-4071-931D-1E5F7E7E1E9E}" type="slidenum">
              <a:rPr lang="en-IN" smtClean="0"/>
              <a:t>‹#›</a:t>
            </a:fld>
            <a:endParaRPr lang="en-IN"/>
          </a:p>
        </p:txBody>
      </p:sp>
    </p:spTree>
    <p:extLst>
      <p:ext uri="{BB962C8B-B14F-4D97-AF65-F5344CB8AC3E}">
        <p14:creationId xmlns:p14="http://schemas.microsoft.com/office/powerpoint/2010/main" val="22319193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0635D2B-F802-45D0-AA29-CBCD031342F7}" type="datetimeFigureOut">
              <a:rPr lang="en-IN" smtClean="0"/>
              <a:t>28-01-2020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E5ED93-6275-4071-931D-1E5F7E7E1E9E}" type="slidenum">
              <a:rPr lang="en-IN" smtClean="0"/>
              <a:t>‹#›</a:t>
            </a:fld>
            <a:endParaRPr lang="en-IN"/>
          </a:p>
        </p:txBody>
      </p:sp>
    </p:spTree>
    <p:extLst>
      <p:ext uri="{BB962C8B-B14F-4D97-AF65-F5344CB8AC3E}">
        <p14:creationId xmlns:p14="http://schemas.microsoft.com/office/powerpoint/2010/main" val="29973629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0635D2B-F802-45D0-AA29-CBCD031342F7}" type="datetimeFigureOut">
              <a:rPr lang="en-IN" smtClean="0"/>
              <a:t>28-01-2020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E5ED93-6275-4071-931D-1E5F7E7E1E9E}" type="slidenum">
              <a:rPr lang="en-IN" smtClean="0"/>
              <a:t>‹#›</a:t>
            </a:fld>
            <a:endParaRPr lang="en-IN"/>
          </a:p>
        </p:txBody>
      </p:sp>
    </p:spTree>
    <p:extLst>
      <p:ext uri="{BB962C8B-B14F-4D97-AF65-F5344CB8AC3E}">
        <p14:creationId xmlns:p14="http://schemas.microsoft.com/office/powerpoint/2010/main" val="4218194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0635D2B-F802-45D0-AA29-CBCD031342F7}" type="datetimeFigureOut">
              <a:rPr lang="en-IN" smtClean="0"/>
              <a:t>28-01-2020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E5ED93-6275-4071-931D-1E5F7E7E1E9E}" type="slidenum">
              <a:rPr lang="en-IN" smtClean="0"/>
              <a:t>‹#›</a:t>
            </a:fld>
            <a:endParaRPr lang="en-IN"/>
          </a:p>
        </p:txBody>
      </p:sp>
    </p:spTree>
    <p:extLst>
      <p:ext uri="{BB962C8B-B14F-4D97-AF65-F5344CB8AC3E}">
        <p14:creationId xmlns:p14="http://schemas.microsoft.com/office/powerpoint/2010/main" val="37652634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0635D2B-F802-45D0-AA29-CBCD031342F7}" type="datetimeFigureOut">
              <a:rPr lang="en-IN" smtClean="0"/>
              <a:t>28-01-2020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E5ED93-6275-4071-931D-1E5F7E7E1E9E}" type="slidenum">
              <a:rPr lang="en-IN" smtClean="0"/>
              <a:t>‹#›</a:t>
            </a:fld>
            <a:endParaRPr lang="en-IN"/>
          </a:p>
        </p:txBody>
      </p:sp>
    </p:spTree>
    <p:extLst>
      <p:ext uri="{BB962C8B-B14F-4D97-AF65-F5344CB8AC3E}">
        <p14:creationId xmlns:p14="http://schemas.microsoft.com/office/powerpoint/2010/main" val="902428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635D2B-F802-45D0-AA29-CBCD031342F7}" type="datetimeFigureOut">
              <a:rPr lang="en-IN" smtClean="0"/>
              <a:t>28-01-2020</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E5ED93-6275-4071-931D-1E5F7E7E1E9E}" type="slidenum">
              <a:rPr lang="en-IN" smtClean="0"/>
              <a:t>‹#›</a:t>
            </a:fld>
            <a:endParaRPr lang="en-IN"/>
          </a:p>
        </p:txBody>
      </p:sp>
    </p:spTree>
    <p:extLst>
      <p:ext uri="{BB962C8B-B14F-4D97-AF65-F5344CB8AC3E}">
        <p14:creationId xmlns:p14="http://schemas.microsoft.com/office/powerpoint/2010/main" val="25427714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web.nchu.edu.tw/~jodytsao/CRM/40471871-CRM-A-Database-Approach-Kumar-Reinartz-Ch06.ppt" TargetMode="External"/><Relationship Id="rId2" Type="http://schemas.openxmlformats.org/officeDocument/2006/relationships/hyperlink" Target="https://cdn2.hubspot.net/hub/184373/file-41856256-pdf/docs/modern-approach-to-rfm-segmentation-ebook.pdf"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9648" y="0"/>
            <a:ext cx="12251295" cy="6858000"/>
          </a:xfrm>
          <a:prstGeom prst="rect">
            <a:avLst/>
          </a:prstGeom>
        </p:spPr>
      </p:pic>
    </p:spTree>
    <p:extLst>
      <p:ext uri="{BB962C8B-B14F-4D97-AF65-F5344CB8AC3E}">
        <p14:creationId xmlns:p14="http://schemas.microsoft.com/office/powerpoint/2010/main" val="383184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69816" y="562670"/>
            <a:ext cx="8229599" cy="704427"/>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smtClean="0">
                <a:solidFill>
                  <a:srgbClr val="0070C0"/>
                </a:solidFill>
              </a:rPr>
              <a:t>Contents</a:t>
            </a:r>
            <a:endParaRPr lang="en-US" b="1" dirty="0"/>
          </a:p>
        </p:txBody>
      </p:sp>
      <p:sp>
        <p:nvSpPr>
          <p:cNvPr id="5" name="TextBox 4"/>
          <p:cNvSpPr txBox="1"/>
          <p:nvPr/>
        </p:nvSpPr>
        <p:spPr>
          <a:xfrm>
            <a:off x="287382" y="1742899"/>
            <a:ext cx="9300755" cy="3939540"/>
          </a:xfrm>
          <a:prstGeom prst="rect">
            <a:avLst/>
          </a:prstGeom>
          <a:noFill/>
        </p:spPr>
        <p:txBody>
          <a:bodyPr wrap="square" rtlCol="0">
            <a:spAutoFit/>
          </a:bodyPr>
          <a:lstStyle/>
          <a:p>
            <a:pPr marL="342900" indent="-342900">
              <a:buFont typeface="Arial" panose="020B0604020202020204" pitchFamily="34" charset="0"/>
              <a:buChar char="•"/>
            </a:pPr>
            <a:r>
              <a:rPr lang="en-US" sz="2500" dirty="0" smtClean="0">
                <a:latin typeface="Times New Roman" panose="02020603050405020304" pitchFamily="18" charset="0"/>
                <a:cs typeface="Times New Roman" panose="02020603050405020304" pitchFamily="18" charset="0"/>
              </a:rPr>
              <a:t>Introduction </a:t>
            </a:r>
          </a:p>
          <a:p>
            <a:pPr marL="342900" indent="-342900">
              <a:buFont typeface="Arial" panose="020B0604020202020204" pitchFamily="34" charset="0"/>
              <a:buChar char="•"/>
            </a:pPr>
            <a:r>
              <a:rPr lang="en-US" sz="2500" dirty="0" smtClean="0">
                <a:latin typeface="Times New Roman" panose="02020603050405020304" pitchFamily="18" charset="0"/>
                <a:cs typeface="Times New Roman" panose="02020603050405020304" pitchFamily="18" charset="0"/>
              </a:rPr>
              <a:t>What’s RFM?</a:t>
            </a:r>
            <a:endParaRPr lang="en-US" sz="25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500" dirty="0" smtClean="0">
                <a:latin typeface="Times New Roman" panose="02020603050405020304" pitchFamily="18" charset="0"/>
                <a:cs typeface="Times New Roman" panose="02020603050405020304" pitchFamily="18" charset="0"/>
              </a:rPr>
              <a:t>RFM Analysis</a:t>
            </a:r>
          </a:p>
          <a:p>
            <a:pPr marL="342900" indent="-342900">
              <a:buFont typeface="Arial" panose="020B0604020202020204" pitchFamily="34" charset="0"/>
              <a:buChar char="•"/>
            </a:pPr>
            <a:r>
              <a:rPr lang="en-US" sz="2500" dirty="0" smtClean="0">
                <a:latin typeface="Times New Roman" panose="02020603050405020304" pitchFamily="18" charset="0"/>
                <a:cs typeface="Times New Roman" panose="02020603050405020304" pitchFamily="18" charset="0"/>
              </a:rPr>
              <a:t>Procedure for RFM analysis</a:t>
            </a:r>
          </a:p>
          <a:p>
            <a:pPr marL="342900" indent="-342900">
              <a:buFont typeface="Arial" panose="020B0604020202020204" pitchFamily="34" charset="0"/>
              <a:buChar char="•"/>
            </a:pPr>
            <a:r>
              <a:rPr lang="en-US" sz="2500" dirty="0" smtClean="0">
                <a:latin typeface="Times New Roman" panose="02020603050405020304" pitchFamily="18" charset="0"/>
                <a:cs typeface="Times New Roman" panose="02020603050405020304" pitchFamily="18" charset="0"/>
              </a:rPr>
              <a:t>RFM for measuring performance of salespersons</a:t>
            </a:r>
          </a:p>
          <a:p>
            <a:pPr marL="342900" indent="-342900">
              <a:buFont typeface="Arial" panose="020B0604020202020204" pitchFamily="34" charset="0"/>
              <a:buChar char="•"/>
            </a:pPr>
            <a:r>
              <a:rPr lang="en-US" sz="2500" dirty="0" smtClean="0">
                <a:latin typeface="Times New Roman" panose="02020603050405020304" pitchFamily="18" charset="0"/>
                <a:cs typeface="Times New Roman" panose="02020603050405020304" pitchFamily="18" charset="0"/>
              </a:rPr>
              <a:t>More insights on RFM</a:t>
            </a:r>
          </a:p>
          <a:p>
            <a:pPr marL="342900" indent="-342900">
              <a:buFont typeface="Arial" panose="020B0604020202020204" pitchFamily="34" charset="0"/>
              <a:buChar char="•"/>
            </a:pPr>
            <a:r>
              <a:rPr lang="en-US" sz="2500" dirty="0" smtClean="0">
                <a:latin typeface="Times New Roman" panose="02020603050405020304" pitchFamily="18" charset="0"/>
                <a:cs typeface="Times New Roman" panose="02020603050405020304" pitchFamily="18" charset="0"/>
              </a:rPr>
              <a:t>Alternative RFM measures</a:t>
            </a:r>
          </a:p>
          <a:p>
            <a:pPr marL="342900" indent="-342900">
              <a:buFont typeface="Arial" panose="020B0604020202020204" pitchFamily="34" charset="0"/>
              <a:buChar char="•"/>
            </a:pPr>
            <a:endParaRPr lang="en-US" sz="25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500" dirty="0" smtClean="0">
              <a:latin typeface="Times New Roman" panose="02020603050405020304" pitchFamily="18" charset="0"/>
              <a:cs typeface="Times New Roman" panose="02020603050405020304" pitchFamily="18" charset="0"/>
            </a:endParaRPr>
          </a:p>
          <a:p>
            <a:endParaRPr lang="en-US" sz="25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029401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378822" y="314475"/>
            <a:ext cx="8229599" cy="704427"/>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smtClean="0">
                <a:solidFill>
                  <a:srgbClr val="0070C0"/>
                </a:solidFill>
              </a:rPr>
              <a:t>Introduction</a:t>
            </a:r>
            <a:endParaRPr lang="en-US" b="1" dirty="0"/>
          </a:p>
        </p:txBody>
      </p:sp>
      <p:sp>
        <p:nvSpPr>
          <p:cNvPr id="7" name="TextBox 6"/>
          <p:cNvSpPr txBox="1"/>
          <p:nvPr/>
        </p:nvSpPr>
        <p:spPr>
          <a:xfrm>
            <a:off x="378822" y="1285700"/>
            <a:ext cx="9757955" cy="5093702"/>
          </a:xfrm>
          <a:prstGeom prst="rect">
            <a:avLst/>
          </a:prstGeom>
          <a:noFill/>
        </p:spPr>
        <p:txBody>
          <a:bodyPr wrap="square" rtlCol="0">
            <a:spAutoFit/>
          </a:bodyPr>
          <a:lstStyle/>
          <a:p>
            <a:pPr algn="just"/>
            <a:r>
              <a:rPr lang="en-US" sz="2500" dirty="0" smtClean="0">
                <a:latin typeface="Times New Roman" panose="02020603050405020304" pitchFamily="18" charset="0"/>
                <a:cs typeface="Times New Roman" panose="02020603050405020304" pitchFamily="18" charset="0"/>
              </a:rPr>
              <a:t>Suppose, you are a math’s teacher of class 10 and you want to evaluate performance of the students in the semester test which was taken recently to evaluate whether they are ready for final exam or not? Where are they weak? How can we improve their performance?</a:t>
            </a:r>
          </a:p>
          <a:p>
            <a:pPr algn="just"/>
            <a:endParaRPr lang="en-US" sz="2500" dirty="0" smtClean="0">
              <a:latin typeface="Times New Roman" panose="02020603050405020304" pitchFamily="18" charset="0"/>
              <a:cs typeface="Times New Roman" panose="02020603050405020304" pitchFamily="18" charset="0"/>
            </a:endParaRPr>
          </a:p>
          <a:p>
            <a:r>
              <a:rPr lang="en-US" sz="2500" dirty="0" smtClean="0">
                <a:latin typeface="Times New Roman" panose="02020603050405020304" pitchFamily="18" charset="0"/>
                <a:cs typeface="Times New Roman" panose="02020603050405020304" pitchFamily="18" charset="0"/>
              </a:rPr>
              <a:t>So,</a:t>
            </a:r>
            <a:r>
              <a:rPr lang="en-US" sz="2500" dirty="0">
                <a:latin typeface="Times New Roman" panose="02020603050405020304" pitchFamily="18" charset="0"/>
                <a:cs typeface="Times New Roman" panose="02020603050405020304" pitchFamily="18" charset="0"/>
              </a:rPr>
              <a:t> </a:t>
            </a:r>
            <a:r>
              <a:rPr lang="en-US" sz="2500" dirty="0" smtClean="0">
                <a:latin typeface="Times New Roman" panose="02020603050405020304" pitchFamily="18" charset="0"/>
                <a:cs typeface="Times New Roman" panose="02020603050405020304" pitchFamily="18" charset="0"/>
              </a:rPr>
              <a:t>while selection of a good students you will look for</a:t>
            </a:r>
          </a:p>
          <a:p>
            <a:endParaRPr lang="en-US" sz="2500" dirty="0" smtClean="0">
              <a:latin typeface="Times New Roman" panose="02020603050405020304" pitchFamily="18" charset="0"/>
              <a:cs typeface="Times New Roman" panose="02020603050405020304" pitchFamily="18" charset="0"/>
            </a:endParaRPr>
          </a:p>
          <a:p>
            <a:pPr marL="457200" indent="-457200">
              <a:buAutoNum type="arabicPeriod"/>
            </a:pPr>
            <a:r>
              <a:rPr lang="en-US" sz="2500" dirty="0" smtClean="0">
                <a:latin typeface="Times New Roman" panose="02020603050405020304" pitchFamily="18" charset="0"/>
                <a:cs typeface="Times New Roman" panose="02020603050405020304" pitchFamily="18" charset="0"/>
              </a:rPr>
              <a:t>Whether students has attended the classes recently. 			(Recency)</a:t>
            </a:r>
          </a:p>
          <a:p>
            <a:pPr marL="457200" indent="-457200">
              <a:buAutoNum type="arabicPeriod"/>
            </a:pPr>
            <a:r>
              <a:rPr lang="en-US" sz="2500" dirty="0" smtClean="0">
                <a:latin typeface="Times New Roman" panose="02020603050405020304" pitchFamily="18" charset="0"/>
                <a:cs typeface="Times New Roman" panose="02020603050405020304" pitchFamily="18" charset="0"/>
              </a:rPr>
              <a:t>Whether students has solved problems of homework.			(Frequency)</a:t>
            </a:r>
          </a:p>
          <a:p>
            <a:pPr marL="457200" indent="-457200">
              <a:buAutoNum type="arabicPeriod"/>
            </a:pPr>
            <a:r>
              <a:rPr lang="en-US" sz="2500" dirty="0" smtClean="0">
                <a:latin typeface="Times New Roman" panose="02020603050405020304" pitchFamily="18" charset="0"/>
                <a:cs typeface="Times New Roman" panose="02020603050405020304" pitchFamily="18" charset="0"/>
              </a:rPr>
              <a:t>Whether students put enough efforts to learn about the subject.	(Monetary) </a:t>
            </a:r>
            <a:endParaRPr lang="en-US"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452272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313508" y="288350"/>
            <a:ext cx="8229599" cy="704427"/>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smtClean="0">
                <a:solidFill>
                  <a:srgbClr val="0070C0"/>
                </a:solidFill>
              </a:rPr>
              <a:t>Introduction</a:t>
            </a:r>
            <a:endParaRPr lang="en-US" b="1" dirty="0"/>
          </a:p>
        </p:txBody>
      </p:sp>
      <p:sp>
        <p:nvSpPr>
          <p:cNvPr id="5" name="TextBox 4"/>
          <p:cNvSpPr txBox="1"/>
          <p:nvPr/>
        </p:nvSpPr>
        <p:spPr>
          <a:xfrm>
            <a:off x="313508" y="1599208"/>
            <a:ext cx="10933612" cy="477054"/>
          </a:xfrm>
          <a:prstGeom prst="rect">
            <a:avLst/>
          </a:prstGeom>
          <a:noFill/>
        </p:spPr>
        <p:txBody>
          <a:bodyPr wrap="square" rtlCol="0">
            <a:spAutoFit/>
          </a:bodyPr>
          <a:lstStyle/>
          <a:p>
            <a:r>
              <a:rPr lang="en-US" sz="2500" dirty="0" smtClean="0">
                <a:latin typeface="Times New Roman" panose="02020603050405020304" pitchFamily="18" charset="0"/>
                <a:cs typeface="Times New Roman" panose="02020603050405020304" pitchFamily="18" charset="0"/>
              </a:rPr>
              <a:t> </a:t>
            </a:r>
            <a:endParaRPr lang="en-US" sz="25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313508" y="1155070"/>
            <a:ext cx="9431384" cy="5478423"/>
          </a:xfrm>
          <a:prstGeom prst="rect">
            <a:avLst/>
          </a:prstGeom>
          <a:noFill/>
        </p:spPr>
        <p:txBody>
          <a:bodyPr wrap="square" rtlCol="0">
            <a:spAutoFit/>
          </a:bodyPr>
          <a:lstStyle/>
          <a:p>
            <a:pPr algn="just"/>
            <a:r>
              <a:rPr lang="en-US" sz="2500" dirty="0" smtClean="0">
                <a:latin typeface="Times New Roman" panose="02020603050405020304" pitchFamily="18" charset="0"/>
                <a:cs typeface="Times New Roman" panose="02020603050405020304" pitchFamily="18" charset="0"/>
              </a:rPr>
              <a:t>So, to evaluate this problem you will simply do a segmentation of a students and then by using data as well as intuition you will evaluate good as well as bad students.</a:t>
            </a:r>
          </a:p>
          <a:p>
            <a:pPr algn="just"/>
            <a:r>
              <a:rPr lang="en-US" sz="2500" dirty="0" smtClean="0">
                <a:latin typeface="Times New Roman" panose="02020603050405020304" pitchFamily="18" charset="0"/>
                <a:cs typeface="Times New Roman" panose="02020603050405020304" pitchFamily="18" charset="0"/>
              </a:rPr>
              <a:t>Similarly, </a:t>
            </a:r>
          </a:p>
          <a:p>
            <a:pPr algn="just"/>
            <a:r>
              <a:rPr lang="en-US" sz="2500" dirty="0" smtClean="0">
                <a:latin typeface="Times New Roman" panose="02020603050405020304" pitchFamily="18" charset="0"/>
                <a:cs typeface="Times New Roman" panose="02020603050405020304" pitchFamily="18" charset="0"/>
              </a:rPr>
              <a:t>To strive in the present customer driven economy, proper customer insights are necessary to gain. Then only by improving user experience, establishing a long term relationship between customer and company is possible.</a:t>
            </a:r>
          </a:p>
          <a:p>
            <a:pPr algn="just"/>
            <a:r>
              <a:rPr lang="en-US" sz="2500" dirty="0" smtClean="0">
                <a:latin typeface="Times New Roman" panose="02020603050405020304" pitchFamily="18" charset="0"/>
                <a:cs typeface="Times New Roman" panose="02020603050405020304" pitchFamily="18" charset="0"/>
              </a:rPr>
              <a:t>In order to survive with tough competition, development of innovative marketing plans for a customers and serve them to the height of desired satisfaction is must.</a:t>
            </a:r>
          </a:p>
          <a:p>
            <a:pPr algn="just"/>
            <a:r>
              <a:rPr lang="en-US" sz="2500" dirty="0" smtClean="0">
                <a:latin typeface="Times New Roman" panose="02020603050405020304" pitchFamily="18" charset="0"/>
                <a:cs typeface="Times New Roman" panose="02020603050405020304" pitchFamily="18" charset="0"/>
              </a:rPr>
              <a:t>RFM is a simple and intuitive technique for segmentation of customers and has been used by marketers for decades.</a:t>
            </a:r>
          </a:p>
          <a:p>
            <a:pPr algn="just"/>
            <a:r>
              <a:rPr lang="en-US" sz="2500" dirty="0" smtClean="0">
                <a:latin typeface="Times New Roman" panose="02020603050405020304" pitchFamily="18" charset="0"/>
                <a:cs typeface="Times New Roman" panose="02020603050405020304" pitchFamily="18" charset="0"/>
              </a:rPr>
              <a:t>Let’s see what’s RFM. </a:t>
            </a:r>
            <a:endParaRPr lang="en-US"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28629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69816" y="314476"/>
            <a:ext cx="8229599" cy="704427"/>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smtClean="0">
                <a:solidFill>
                  <a:srgbClr val="0070C0"/>
                </a:solidFill>
              </a:rPr>
              <a:t>What’s RFM?</a:t>
            </a:r>
            <a:endParaRPr lang="en-US" b="1" dirty="0"/>
          </a:p>
        </p:txBody>
      </p:sp>
      <p:sp>
        <p:nvSpPr>
          <p:cNvPr id="6" name="TextBox 5"/>
          <p:cNvSpPr txBox="1"/>
          <p:nvPr/>
        </p:nvSpPr>
        <p:spPr>
          <a:xfrm>
            <a:off x="169816" y="1168133"/>
            <a:ext cx="9300755" cy="2785378"/>
          </a:xfrm>
          <a:prstGeom prst="rect">
            <a:avLst/>
          </a:prstGeom>
          <a:noFill/>
        </p:spPr>
        <p:txBody>
          <a:bodyPr wrap="square" rtlCol="0">
            <a:spAutoFit/>
          </a:bodyPr>
          <a:lstStyle/>
          <a:p>
            <a:r>
              <a:rPr lang="en-US" sz="2500" b="1" dirty="0" smtClean="0">
                <a:solidFill>
                  <a:srgbClr val="0070C0"/>
                </a:solidFill>
                <a:latin typeface="Times New Roman" panose="02020603050405020304" pitchFamily="18" charset="0"/>
                <a:cs typeface="Times New Roman" panose="02020603050405020304" pitchFamily="18" charset="0"/>
              </a:rPr>
              <a:t>RFM is a marketing technique used for analyzing customer value.</a:t>
            </a:r>
          </a:p>
          <a:p>
            <a:endParaRPr lang="en-US" sz="2500" dirty="0">
              <a:solidFill>
                <a:srgbClr val="0070C0"/>
              </a:solidFill>
              <a:latin typeface="Times New Roman" panose="02020603050405020304" pitchFamily="18" charset="0"/>
              <a:cs typeface="Times New Roman" panose="02020603050405020304" pitchFamily="18" charset="0"/>
            </a:endParaRPr>
          </a:p>
          <a:p>
            <a:r>
              <a:rPr lang="en-US" sz="2500" dirty="0" smtClean="0">
                <a:latin typeface="Times New Roman" panose="02020603050405020304" pitchFamily="18" charset="0"/>
                <a:cs typeface="Times New Roman" panose="02020603050405020304" pitchFamily="18" charset="0"/>
              </a:rPr>
              <a:t>RFM stands for three dimensions</a:t>
            </a:r>
          </a:p>
          <a:p>
            <a:endParaRPr lang="en-US" sz="2500" dirty="0">
              <a:solidFill>
                <a:srgbClr val="0070C0"/>
              </a:solidFill>
              <a:latin typeface="Times New Roman" panose="02020603050405020304" pitchFamily="18" charset="0"/>
              <a:cs typeface="Times New Roman" panose="02020603050405020304" pitchFamily="18" charset="0"/>
            </a:endParaRPr>
          </a:p>
          <a:p>
            <a:r>
              <a:rPr lang="en-US" sz="2500" b="1" dirty="0" smtClean="0">
                <a:solidFill>
                  <a:srgbClr val="0070C0"/>
                </a:solidFill>
                <a:latin typeface="Times New Roman" panose="02020603050405020304" pitchFamily="18" charset="0"/>
                <a:cs typeface="Times New Roman" panose="02020603050405020304" pitchFamily="18" charset="0"/>
              </a:rPr>
              <a:t>Recency</a:t>
            </a:r>
            <a:r>
              <a:rPr lang="en-US" sz="2500" dirty="0" smtClean="0">
                <a:solidFill>
                  <a:srgbClr val="0070C0"/>
                </a:solidFill>
                <a:latin typeface="Times New Roman" panose="02020603050405020304" pitchFamily="18" charset="0"/>
                <a:cs typeface="Times New Roman" panose="02020603050405020304" pitchFamily="18" charset="0"/>
              </a:rPr>
              <a:t> : 	</a:t>
            </a:r>
            <a:r>
              <a:rPr lang="en-US" sz="2500" dirty="0" smtClean="0">
                <a:latin typeface="Times New Roman" panose="02020603050405020304" pitchFamily="18" charset="0"/>
                <a:cs typeface="Times New Roman" panose="02020603050405020304" pitchFamily="18" charset="0"/>
              </a:rPr>
              <a:t>When did customer make their last purchase?</a:t>
            </a:r>
          </a:p>
          <a:p>
            <a:r>
              <a:rPr lang="en-US" sz="2500" b="1" dirty="0" smtClean="0">
                <a:solidFill>
                  <a:srgbClr val="0070C0"/>
                </a:solidFill>
                <a:latin typeface="Times New Roman" panose="02020603050405020304" pitchFamily="18" charset="0"/>
                <a:cs typeface="Times New Roman" panose="02020603050405020304" pitchFamily="18" charset="0"/>
              </a:rPr>
              <a:t>Frequency</a:t>
            </a:r>
            <a:r>
              <a:rPr lang="en-US" sz="2500" dirty="0" smtClean="0">
                <a:solidFill>
                  <a:srgbClr val="0070C0"/>
                </a:solidFill>
                <a:latin typeface="Times New Roman" panose="02020603050405020304" pitchFamily="18" charset="0"/>
                <a:cs typeface="Times New Roman" panose="02020603050405020304" pitchFamily="18" charset="0"/>
              </a:rPr>
              <a:t>: 	</a:t>
            </a:r>
            <a:r>
              <a:rPr lang="en-US" sz="2500" dirty="0" smtClean="0">
                <a:latin typeface="Times New Roman" panose="02020603050405020304" pitchFamily="18" charset="0"/>
                <a:cs typeface="Times New Roman" panose="02020603050405020304" pitchFamily="18" charset="0"/>
              </a:rPr>
              <a:t>How often does customer make their purchase?</a:t>
            </a:r>
          </a:p>
          <a:p>
            <a:r>
              <a:rPr lang="en-US" sz="2500" b="1" dirty="0" smtClean="0">
                <a:solidFill>
                  <a:srgbClr val="0070C0"/>
                </a:solidFill>
                <a:latin typeface="Times New Roman" panose="02020603050405020304" pitchFamily="18" charset="0"/>
                <a:cs typeface="Times New Roman" panose="02020603050405020304" pitchFamily="18" charset="0"/>
              </a:rPr>
              <a:t>Monetary</a:t>
            </a:r>
            <a:r>
              <a:rPr lang="en-US" sz="2500" dirty="0" smtClean="0">
                <a:solidFill>
                  <a:srgbClr val="0070C0"/>
                </a:solidFill>
                <a:latin typeface="Times New Roman" panose="02020603050405020304" pitchFamily="18" charset="0"/>
                <a:cs typeface="Times New Roman" panose="02020603050405020304" pitchFamily="18" charset="0"/>
              </a:rPr>
              <a:t>: 	</a:t>
            </a:r>
            <a:r>
              <a:rPr lang="en-US" sz="2500" dirty="0" smtClean="0">
                <a:latin typeface="Times New Roman" panose="02020603050405020304" pitchFamily="18" charset="0"/>
                <a:cs typeface="Times New Roman" panose="02020603050405020304" pitchFamily="18" charset="0"/>
              </a:rPr>
              <a:t>How much Money does the customer spend?</a:t>
            </a:r>
          </a:p>
        </p:txBody>
      </p:sp>
      <p:pic>
        <p:nvPicPr>
          <p:cNvPr id="17" name="Picture 16"/>
          <p:cNvPicPr>
            <a:picLocks noChangeAspect="1"/>
          </p:cNvPicPr>
          <p:nvPr/>
        </p:nvPicPr>
        <p:blipFill>
          <a:blip r:embed="rId2"/>
          <a:stretch>
            <a:fillRect/>
          </a:stretch>
        </p:blipFill>
        <p:spPr>
          <a:xfrm>
            <a:off x="546327" y="3953511"/>
            <a:ext cx="6115731" cy="2839000"/>
          </a:xfrm>
          <a:prstGeom prst="rect">
            <a:avLst/>
          </a:prstGeom>
        </p:spPr>
      </p:pic>
    </p:spTree>
    <p:extLst>
      <p:ext uri="{BB962C8B-B14F-4D97-AF65-F5344CB8AC3E}">
        <p14:creationId xmlns:p14="http://schemas.microsoft.com/office/powerpoint/2010/main" val="173772389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287382" y="432041"/>
            <a:ext cx="8229599" cy="704427"/>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smtClean="0">
                <a:solidFill>
                  <a:srgbClr val="0070C0"/>
                </a:solidFill>
              </a:rPr>
              <a:t>Now What’s RFM Analysis?</a:t>
            </a:r>
            <a:endParaRPr lang="en-US" b="1" dirty="0"/>
          </a:p>
        </p:txBody>
      </p:sp>
      <p:sp>
        <p:nvSpPr>
          <p:cNvPr id="8" name="TextBox 7"/>
          <p:cNvSpPr txBox="1"/>
          <p:nvPr/>
        </p:nvSpPr>
        <p:spPr>
          <a:xfrm>
            <a:off x="287382" y="1573082"/>
            <a:ext cx="9300755" cy="3939540"/>
          </a:xfrm>
          <a:prstGeom prst="rect">
            <a:avLst/>
          </a:prstGeom>
          <a:noFill/>
        </p:spPr>
        <p:txBody>
          <a:bodyPr wrap="square" rtlCol="0">
            <a:spAutoFit/>
          </a:bodyPr>
          <a:lstStyle/>
          <a:p>
            <a:pPr marL="342900" indent="-342900">
              <a:buFont typeface="Arial" panose="020B0604020202020204" pitchFamily="34" charset="0"/>
              <a:buChar char="•"/>
            </a:pPr>
            <a:r>
              <a:rPr lang="en-US" sz="2500" dirty="0" smtClean="0">
                <a:latin typeface="Times New Roman" panose="02020603050405020304" pitchFamily="18" charset="0"/>
                <a:cs typeface="Times New Roman" panose="02020603050405020304" pitchFamily="18" charset="0"/>
              </a:rPr>
              <a:t>RFM analysis helps companies to take decisions on promotions and offers for selected customer base.</a:t>
            </a:r>
          </a:p>
          <a:p>
            <a:pPr marL="342900" indent="-342900">
              <a:buFont typeface="Arial" panose="020B0604020202020204" pitchFamily="34" charset="0"/>
              <a:buChar char="•"/>
            </a:pPr>
            <a:r>
              <a:rPr lang="en-US" sz="2500" dirty="0" smtClean="0">
                <a:latin typeface="Times New Roman" panose="02020603050405020304" pitchFamily="18" charset="0"/>
                <a:cs typeface="Times New Roman" panose="02020603050405020304" pitchFamily="18" charset="0"/>
              </a:rPr>
              <a:t>It’s a method which helps companies to find ways to improve customer spending.</a:t>
            </a:r>
          </a:p>
          <a:p>
            <a:pPr marL="342900" indent="-342900">
              <a:buFont typeface="Arial" panose="020B0604020202020204" pitchFamily="34" charset="0"/>
              <a:buChar char="•"/>
            </a:pPr>
            <a:r>
              <a:rPr lang="en-US" sz="2500" dirty="0" smtClean="0">
                <a:latin typeface="Times New Roman" panose="02020603050405020304" pitchFamily="18" charset="0"/>
                <a:cs typeface="Times New Roman" panose="02020603050405020304" pitchFamily="18" charset="0"/>
              </a:rPr>
              <a:t>It’s a useful technique to track lost customer base and give them incentives to purchase company products.</a:t>
            </a:r>
          </a:p>
          <a:p>
            <a:pPr marL="342900" indent="-342900">
              <a:buFont typeface="Arial" panose="020B0604020202020204" pitchFamily="34" charset="0"/>
              <a:buChar char="•"/>
            </a:pPr>
            <a:r>
              <a:rPr lang="en-US" sz="2500" dirty="0" smtClean="0">
                <a:latin typeface="Times New Roman" panose="02020603050405020304" pitchFamily="18" charset="0"/>
                <a:cs typeface="Times New Roman" panose="02020603050405020304" pitchFamily="18" charset="0"/>
              </a:rPr>
              <a:t>RFM analysis helps companies to track the customer base and build a relationship that can increase sales and productivity.</a:t>
            </a:r>
          </a:p>
          <a:p>
            <a:pPr marL="342900" indent="-342900">
              <a:buFont typeface="Arial" panose="020B0604020202020204" pitchFamily="34" charset="0"/>
              <a:buChar char="•"/>
            </a:pPr>
            <a:r>
              <a:rPr lang="en-US" sz="2500" dirty="0" smtClean="0">
                <a:latin typeface="Times New Roman" panose="02020603050405020304" pitchFamily="18" charset="0"/>
                <a:cs typeface="Times New Roman" panose="02020603050405020304" pitchFamily="18" charset="0"/>
              </a:rPr>
              <a:t>It’s also useful to identify and track minimal losses.</a:t>
            </a:r>
          </a:p>
          <a:p>
            <a:endParaRPr lang="en-US" sz="25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733065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705395" y="588796"/>
            <a:ext cx="8229599" cy="704427"/>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smtClean="0">
                <a:solidFill>
                  <a:srgbClr val="0070C0"/>
                </a:solidFill>
              </a:rPr>
              <a:t>Procedure for RFM analysis</a:t>
            </a:r>
            <a:endParaRPr lang="en-US" b="1" dirty="0"/>
          </a:p>
        </p:txBody>
      </p:sp>
      <p:sp>
        <p:nvSpPr>
          <p:cNvPr id="7" name="TextBox 6"/>
          <p:cNvSpPr txBox="1"/>
          <p:nvPr/>
        </p:nvSpPr>
        <p:spPr>
          <a:xfrm>
            <a:off x="313508" y="1599208"/>
            <a:ext cx="9300755" cy="5478423"/>
          </a:xfrm>
          <a:prstGeom prst="rect">
            <a:avLst/>
          </a:prstGeom>
          <a:noFill/>
        </p:spPr>
        <p:txBody>
          <a:bodyPr wrap="square" rtlCol="0">
            <a:spAutoFit/>
          </a:bodyPr>
          <a:lstStyle/>
          <a:p>
            <a:pPr marL="342900" indent="-342900">
              <a:buFont typeface="Arial" panose="020B0604020202020204" pitchFamily="34" charset="0"/>
              <a:buChar char="•"/>
            </a:pPr>
            <a:r>
              <a:rPr lang="en-US" sz="2500" dirty="0" smtClean="0">
                <a:latin typeface="Times New Roman" panose="02020603050405020304" pitchFamily="18" charset="0"/>
                <a:cs typeface="Times New Roman" panose="02020603050405020304" pitchFamily="18" charset="0"/>
              </a:rPr>
              <a:t>Divide customer base into 10 equal groups (10% each)</a:t>
            </a:r>
          </a:p>
          <a:p>
            <a:pPr marL="342900" indent="-342900">
              <a:buFont typeface="Arial" panose="020B0604020202020204" pitchFamily="34" charset="0"/>
              <a:buChar char="•"/>
            </a:pPr>
            <a:r>
              <a:rPr lang="en-US" sz="2500" dirty="0" smtClean="0">
                <a:latin typeface="Times New Roman" panose="02020603050405020304" pitchFamily="18" charset="0"/>
                <a:cs typeface="Times New Roman" panose="02020603050405020304" pitchFamily="18" charset="0"/>
              </a:rPr>
              <a:t>Give Recency, Frequency and Monetary scores on the scale of  </a:t>
            </a:r>
            <a:r>
              <a:rPr lang="en-US" sz="2500" dirty="0" smtClean="0">
                <a:solidFill>
                  <a:srgbClr val="0070C0"/>
                </a:solidFill>
                <a:latin typeface="Times New Roman" panose="02020603050405020304" pitchFamily="18" charset="0"/>
                <a:cs typeface="Times New Roman" panose="02020603050405020304" pitchFamily="18" charset="0"/>
              </a:rPr>
              <a:t>0</a:t>
            </a:r>
            <a:r>
              <a:rPr lang="en-US" sz="2500" dirty="0" smtClean="0">
                <a:latin typeface="Times New Roman" panose="02020603050405020304" pitchFamily="18" charset="0"/>
                <a:cs typeface="Times New Roman" panose="02020603050405020304" pitchFamily="18" charset="0"/>
              </a:rPr>
              <a:t> to </a:t>
            </a:r>
            <a:r>
              <a:rPr lang="en-US" sz="2500" dirty="0" smtClean="0">
                <a:solidFill>
                  <a:srgbClr val="0070C0"/>
                </a:solidFill>
                <a:latin typeface="Times New Roman" panose="02020603050405020304" pitchFamily="18" charset="0"/>
                <a:cs typeface="Times New Roman" panose="02020603050405020304" pitchFamily="18" charset="0"/>
              </a:rPr>
              <a:t>9</a:t>
            </a:r>
            <a:r>
              <a:rPr lang="en-US" sz="2500" dirty="0" smtClean="0">
                <a:latin typeface="Times New Roman" panose="02020603050405020304" pitchFamily="18" charset="0"/>
                <a:cs typeface="Times New Roman" panose="02020603050405020304" pitchFamily="18" charset="0"/>
              </a:rPr>
              <a:t>. </a:t>
            </a:r>
            <a:endParaRPr lang="en-US" sz="25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500" dirty="0" smtClean="0">
                <a:latin typeface="Times New Roman" panose="02020603050405020304" pitchFamily="18" charset="0"/>
                <a:cs typeface="Times New Roman" panose="02020603050405020304" pitchFamily="18" charset="0"/>
              </a:rPr>
              <a:t>Score ‘</a:t>
            </a:r>
            <a:r>
              <a:rPr lang="en-US" sz="2500" dirty="0" smtClean="0">
                <a:solidFill>
                  <a:srgbClr val="0070C0"/>
                </a:solidFill>
                <a:latin typeface="Times New Roman" panose="02020603050405020304" pitchFamily="18" charset="0"/>
                <a:cs typeface="Times New Roman" panose="02020603050405020304" pitchFamily="18" charset="0"/>
              </a:rPr>
              <a:t>0</a:t>
            </a:r>
            <a:r>
              <a:rPr lang="en-US" sz="2500" dirty="0" smtClean="0">
                <a:latin typeface="Times New Roman" panose="02020603050405020304" pitchFamily="18" charset="0"/>
                <a:cs typeface="Times New Roman" panose="02020603050405020304" pitchFamily="18" charset="0"/>
              </a:rPr>
              <a:t>’ Means least </a:t>
            </a:r>
            <a:r>
              <a:rPr lang="en-US" sz="2500" dirty="0" err="1">
                <a:latin typeface="Times New Roman" panose="02020603050405020304" pitchFamily="18" charset="0"/>
                <a:cs typeface="Times New Roman" panose="02020603050405020304" pitchFamily="18" charset="0"/>
              </a:rPr>
              <a:t>f</a:t>
            </a:r>
            <a:r>
              <a:rPr lang="en-US" sz="2500" dirty="0" err="1" smtClean="0">
                <a:latin typeface="Times New Roman" panose="02020603050405020304" pitchFamily="18" charset="0"/>
                <a:cs typeface="Times New Roman" panose="02020603050405020304" pitchFamily="18" charset="0"/>
              </a:rPr>
              <a:t>avoured</a:t>
            </a:r>
            <a:r>
              <a:rPr lang="en-US" sz="2500" dirty="0" smtClean="0">
                <a:latin typeface="Times New Roman" panose="02020603050405020304" pitchFamily="18" charset="0"/>
                <a:cs typeface="Times New Roman" panose="02020603050405020304" pitchFamily="18" charset="0"/>
              </a:rPr>
              <a:t>, whereas ‘</a:t>
            </a:r>
            <a:r>
              <a:rPr lang="en-US" sz="2500" dirty="0" smtClean="0">
                <a:solidFill>
                  <a:srgbClr val="0070C0"/>
                </a:solidFill>
                <a:latin typeface="Times New Roman" panose="02020603050405020304" pitchFamily="18" charset="0"/>
                <a:cs typeface="Times New Roman" panose="02020603050405020304" pitchFamily="18" charset="0"/>
              </a:rPr>
              <a:t>9</a:t>
            </a:r>
            <a:r>
              <a:rPr lang="en-US" sz="2500" dirty="0" smtClean="0">
                <a:latin typeface="Times New Roman" panose="02020603050405020304" pitchFamily="18" charset="0"/>
                <a:cs typeface="Times New Roman" panose="02020603050405020304" pitchFamily="18" charset="0"/>
              </a:rPr>
              <a:t>’ means most </a:t>
            </a:r>
            <a:r>
              <a:rPr lang="en-US" sz="2500" dirty="0" err="1" smtClean="0">
                <a:latin typeface="Times New Roman" panose="02020603050405020304" pitchFamily="18" charset="0"/>
                <a:cs typeface="Times New Roman" panose="02020603050405020304" pitchFamily="18" charset="0"/>
              </a:rPr>
              <a:t>favoured</a:t>
            </a:r>
            <a:r>
              <a:rPr lang="en-US" sz="2500" dirty="0" smtClean="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sz="2500" dirty="0" smtClean="0">
                <a:latin typeface="Times New Roman" panose="02020603050405020304" pitchFamily="18" charset="0"/>
                <a:cs typeface="Times New Roman" panose="02020603050405020304" pitchFamily="18" charset="0"/>
              </a:rPr>
              <a:t>Most recent customer will come into R score 0. second most recent customer will get R score 1 and so on. </a:t>
            </a:r>
            <a:endParaRPr lang="en-US" sz="25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500" dirty="0" smtClean="0">
                <a:latin typeface="Times New Roman" panose="02020603050405020304" pitchFamily="18" charset="0"/>
                <a:cs typeface="Times New Roman" panose="02020603050405020304" pitchFamily="18" charset="0"/>
              </a:rPr>
              <a:t>Continue scoring until all groups receive the score.</a:t>
            </a:r>
          </a:p>
          <a:p>
            <a:pPr marL="342900" indent="-342900">
              <a:buFont typeface="Arial" panose="020B0604020202020204" pitchFamily="34" charset="0"/>
              <a:buChar char="•"/>
            </a:pPr>
            <a:r>
              <a:rPr lang="en-US" sz="2500" dirty="0" smtClean="0">
                <a:latin typeface="Times New Roman" panose="02020603050405020304" pitchFamily="18" charset="0"/>
                <a:cs typeface="Times New Roman" panose="02020603050405020304" pitchFamily="18" charset="0"/>
              </a:rPr>
              <a:t>Priorities of this analysis will be</a:t>
            </a:r>
          </a:p>
          <a:p>
            <a:pPr marL="342900" indent="-342900">
              <a:buFont typeface="Arial" panose="020B0604020202020204" pitchFamily="34" charset="0"/>
              <a:buChar char="•"/>
            </a:pPr>
            <a:endParaRPr lang="en-US" sz="2500" dirty="0" smtClean="0">
              <a:latin typeface="Times New Roman" panose="02020603050405020304" pitchFamily="18" charset="0"/>
              <a:cs typeface="Times New Roman" panose="02020603050405020304" pitchFamily="18" charset="0"/>
            </a:endParaRPr>
          </a:p>
          <a:p>
            <a:r>
              <a:rPr lang="en-US" sz="2500" dirty="0" smtClean="0">
                <a:latin typeface="Times New Roman" panose="02020603050405020304" pitchFamily="18" charset="0"/>
                <a:cs typeface="Times New Roman" panose="02020603050405020304" pitchFamily="18" charset="0"/>
              </a:rPr>
              <a:t>	1. Recency 		(Multiply 0-9 score with 100) </a:t>
            </a:r>
          </a:p>
          <a:p>
            <a:r>
              <a:rPr lang="en-US" sz="2500" dirty="0">
                <a:latin typeface="Times New Roman" panose="02020603050405020304" pitchFamily="18" charset="0"/>
                <a:cs typeface="Times New Roman" panose="02020603050405020304" pitchFamily="18" charset="0"/>
              </a:rPr>
              <a:t>	</a:t>
            </a:r>
            <a:r>
              <a:rPr lang="en-US" sz="2500" dirty="0" smtClean="0">
                <a:latin typeface="Times New Roman" panose="02020603050405020304" pitchFamily="18" charset="0"/>
                <a:cs typeface="Times New Roman" panose="02020603050405020304" pitchFamily="18" charset="0"/>
              </a:rPr>
              <a:t>2. Frequency	 	(Multiply 0-9 score with 10)</a:t>
            </a:r>
          </a:p>
          <a:p>
            <a:r>
              <a:rPr lang="en-US" sz="2500" dirty="0">
                <a:latin typeface="Times New Roman" panose="02020603050405020304" pitchFamily="18" charset="0"/>
                <a:cs typeface="Times New Roman" panose="02020603050405020304" pitchFamily="18" charset="0"/>
              </a:rPr>
              <a:t>	</a:t>
            </a:r>
            <a:r>
              <a:rPr lang="en-US" sz="2500" dirty="0" smtClean="0">
                <a:latin typeface="Times New Roman" panose="02020603050405020304" pitchFamily="18" charset="0"/>
                <a:cs typeface="Times New Roman" panose="02020603050405020304" pitchFamily="18" charset="0"/>
              </a:rPr>
              <a:t>3. Monetary		(Multiply 0-9 score with 1)</a:t>
            </a:r>
          </a:p>
          <a:p>
            <a:pPr marL="342900" indent="-342900">
              <a:buFont typeface="Arial" panose="020B0604020202020204" pitchFamily="34" charset="0"/>
              <a:buChar char="•"/>
            </a:pPr>
            <a:endParaRPr lang="en-US" sz="25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5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36260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705395" y="588796"/>
            <a:ext cx="8229599" cy="704427"/>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smtClean="0">
                <a:solidFill>
                  <a:srgbClr val="0070C0"/>
                </a:solidFill>
              </a:rPr>
              <a:t>Procedure for RFM analysis</a:t>
            </a:r>
            <a:endParaRPr lang="en-US" b="1" dirty="0"/>
          </a:p>
        </p:txBody>
      </p:sp>
      <p:sp>
        <p:nvSpPr>
          <p:cNvPr id="8" name="TextBox 7"/>
          <p:cNvSpPr txBox="1"/>
          <p:nvPr/>
        </p:nvSpPr>
        <p:spPr>
          <a:xfrm>
            <a:off x="313508" y="1599208"/>
            <a:ext cx="9300755" cy="1246495"/>
          </a:xfrm>
          <a:prstGeom prst="rect">
            <a:avLst/>
          </a:prstGeom>
          <a:noFill/>
        </p:spPr>
        <p:txBody>
          <a:bodyPr wrap="square" rtlCol="0">
            <a:spAutoFit/>
          </a:bodyPr>
          <a:lstStyle/>
          <a:p>
            <a:pPr marL="342900" indent="-342900">
              <a:buFont typeface="Arial" panose="020B0604020202020204" pitchFamily="34" charset="0"/>
              <a:buChar char="•"/>
            </a:pPr>
            <a:r>
              <a:rPr lang="en-US" sz="2500" dirty="0" smtClean="0">
                <a:latin typeface="Times New Roman" panose="02020603050405020304" pitchFamily="18" charset="0"/>
                <a:cs typeface="Times New Roman" panose="02020603050405020304" pitchFamily="18" charset="0"/>
              </a:rPr>
              <a:t>For example,</a:t>
            </a:r>
          </a:p>
          <a:p>
            <a:pPr marL="342900" indent="-342900">
              <a:buFont typeface="Arial" panose="020B0604020202020204" pitchFamily="34" charset="0"/>
              <a:buChar char="•"/>
            </a:pPr>
            <a:endParaRPr lang="en-US" sz="25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500" dirty="0" smtClean="0">
              <a:latin typeface="Times New Roman" panose="02020603050405020304" pitchFamily="18" charset="0"/>
              <a:cs typeface="Times New Roman" panose="02020603050405020304" pitchFamily="18" charset="0"/>
            </a:endParaRPr>
          </a:p>
        </p:txBody>
      </p:sp>
      <p:graphicFrame>
        <p:nvGraphicFramePr>
          <p:cNvPr id="2" name="Table 1"/>
          <p:cNvGraphicFramePr>
            <a:graphicFrameLocks noGrp="1"/>
          </p:cNvGraphicFramePr>
          <p:nvPr>
            <p:extLst/>
          </p:nvPr>
        </p:nvGraphicFramePr>
        <p:xfrm>
          <a:off x="756196" y="2222455"/>
          <a:ext cx="8453117" cy="4217800"/>
        </p:xfrm>
        <a:graphic>
          <a:graphicData uri="http://schemas.openxmlformats.org/drawingml/2006/table">
            <a:tbl>
              <a:tblPr firstRow="1" bandRow="1">
                <a:tableStyleId>{5C22544A-7EE6-4342-B048-85BDC9FD1C3A}</a:tableStyleId>
              </a:tblPr>
              <a:tblGrid>
                <a:gridCol w="879064">
                  <a:extLst>
                    <a:ext uri="{9D8B030D-6E8A-4147-A177-3AD203B41FA5}">
                      <a16:colId xmlns:a16="http://schemas.microsoft.com/office/drawing/2014/main" xmlns="" val="2411443134"/>
                    </a:ext>
                  </a:extLst>
                </a:gridCol>
                <a:gridCol w="1458107">
                  <a:extLst>
                    <a:ext uri="{9D8B030D-6E8A-4147-A177-3AD203B41FA5}">
                      <a16:colId xmlns:a16="http://schemas.microsoft.com/office/drawing/2014/main" xmlns="" val="147720966"/>
                    </a:ext>
                  </a:extLst>
                </a:gridCol>
                <a:gridCol w="1674120">
                  <a:extLst>
                    <a:ext uri="{9D8B030D-6E8A-4147-A177-3AD203B41FA5}">
                      <a16:colId xmlns:a16="http://schemas.microsoft.com/office/drawing/2014/main" xmlns="" val="1601213551"/>
                    </a:ext>
                  </a:extLst>
                </a:gridCol>
                <a:gridCol w="1624120">
                  <a:extLst>
                    <a:ext uri="{9D8B030D-6E8A-4147-A177-3AD203B41FA5}">
                      <a16:colId xmlns:a16="http://schemas.microsoft.com/office/drawing/2014/main" xmlns="" val="3471060047"/>
                    </a:ext>
                  </a:extLst>
                </a:gridCol>
                <a:gridCol w="1408853">
                  <a:extLst>
                    <a:ext uri="{9D8B030D-6E8A-4147-A177-3AD203B41FA5}">
                      <a16:colId xmlns:a16="http://schemas.microsoft.com/office/drawing/2014/main" xmlns="" val="4195298712"/>
                    </a:ext>
                  </a:extLst>
                </a:gridCol>
                <a:gridCol w="1408853">
                  <a:extLst>
                    <a:ext uri="{9D8B030D-6E8A-4147-A177-3AD203B41FA5}">
                      <a16:colId xmlns:a16="http://schemas.microsoft.com/office/drawing/2014/main" xmlns="" val="2157666358"/>
                    </a:ext>
                  </a:extLst>
                </a:gridCol>
              </a:tblGrid>
              <a:tr h="912631">
                <a:tc>
                  <a:txBody>
                    <a:bodyPr/>
                    <a:lstStyle/>
                    <a:p>
                      <a:pPr algn="ctr"/>
                      <a:r>
                        <a:rPr lang="en-US" dirty="0" smtClean="0">
                          <a:solidFill>
                            <a:schemeClr val="tx1"/>
                          </a:solidFill>
                        </a:rPr>
                        <a:t>Sr. No</a:t>
                      </a:r>
                      <a:endParaRPr lang="en-US" dirty="0">
                        <a:solidFill>
                          <a:schemeClr val="tx1"/>
                        </a:solidFill>
                      </a:endParaRPr>
                    </a:p>
                  </a:txBody>
                  <a:tcPr>
                    <a:blipFill>
                      <a:blip r:embed="rId2"/>
                      <a:tile tx="0" ty="0" sx="100000" sy="100000" flip="none" algn="tl"/>
                    </a:blipFill>
                  </a:tcPr>
                </a:tc>
                <a:tc>
                  <a:txBody>
                    <a:bodyPr/>
                    <a:lstStyle/>
                    <a:p>
                      <a:pPr algn="ctr"/>
                      <a:r>
                        <a:rPr lang="en-US" dirty="0" smtClean="0">
                          <a:solidFill>
                            <a:schemeClr val="tx1"/>
                          </a:solidFill>
                        </a:rPr>
                        <a:t>Recency (First</a:t>
                      </a:r>
                      <a:r>
                        <a:rPr lang="en-US" baseline="0" dirty="0" smtClean="0">
                          <a:solidFill>
                            <a:schemeClr val="tx1"/>
                          </a:solidFill>
                        </a:rPr>
                        <a:t> Priority)</a:t>
                      </a:r>
                      <a:endParaRPr lang="en-US" dirty="0">
                        <a:solidFill>
                          <a:schemeClr val="tx1"/>
                        </a:solidFill>
                      </a:endParaRPr>
                    </a:p>
                  </a:txBody>
                  <a:tcPr>
                    <a:blipFill>
                      <a:blip r:embed="rId2"/>
                      <a:tile tx="0" ty="0" sx="100000" sy="100000" flip="none" algn="tl"/>
                    </a:blipFill>
                  </a:tcPr>
                </a:tc>
                <a:tc>
                  <a:txBody>
                    <a:bodyPr/>
                    <a:lstStyle/>
                    <a:p>
                      <a:pPr algn="ctr"/>
                      <a:r>
                        <a:rPr lang="en-US" dirty="0" smtClean="0">
                          <a:solidFill>
                            <a:schemeClr val="tx1"/>
                          </a:solidFill>
                        </a:rPr>
                        <a:t>Frequency</a:t>
                      </a:r>
                    </a:p>
                    <a:p>
                      <a:pPr algn="ctr"/>
                      <a:r>
                        <a:rPr lang="en-US" dirty="0" smtClean="0">
                          <a:solidFill>
                            <a:schemeClr val="tx1"/>
                          </a:solidFill>
                        </a:rPr>
                        <a:t>(Second Priority)</a:t>
                      </a:r>
                      <a:endParaRPr lang="en-US" dirty="0">
                        <a:solidFill>
                          <a:schemeClr val="tx1"/>
                        </a:solidFill>
                      </a:endParaRPr>
                    </a:p>
                  </a:txBody>
                  <a:tcPr>
                    <a:blipFill>
                      <a:blip r:embed="rId2"/>
                      <a:tile tx="0" ty="0" sx="100000" sy="100000" flip="none" algn="tl"/>
                    </a:blipFill>
                  </a:tcPr>
                </a:tc>
                <a:tc>
                  <a:txBody>
                    <a:bodyPr/>
                    <a:lstStyle/>
                    <a:p>
                      <a:pPr algn="ctr"/>
                      <a:r>
                        <a:rPr lang="en-US" dirty="0" smtClean="0">
                          <a:solidFill>
                            <a:schemeClr val="tx1"/>
                          </a:solidFill>
                        </a:rPr>
                        <a:t>Monetary</a:t>
                      </a:r>
                    </a:p>
                    <a:p>
                      <a:pPr algn="ctr"/>
                      <a:r>
                        <a:rPr lang="en-US" dirty="0" smtClean="0">
                          <a:solidFill>
                            <a:schemeClr val="tx1"/>
                          </a:solidFill>
                        </a:rPr>
                        <a:t>(Third Priority)</a:t>
                      </a:r>
                      <a:endParaRPr lang="en-US" dirty="0">
                        <a:solidFill>
                          <a:schemeClr val="tx1"/>
                        </a:solidFill>
                      </a:endParaRPr>
                    </a:p>
                  </a:txBody>
                  <a:tcPr>
                    <a:blipFill>
                      <a:blip r:embed="rId2"/>
                      <a:tile tx="0" ty="0" sx="100000" sy="100000" flip="none" algn="tl"/>
                    </a:blipFill>
                  </a:tcPr>
                </a:tc>
                <a:tc>
                  <a:txBody>
                    <a:bodyPr/>
                    <a:lstStyle/>
                    <a:p>
                      <a:pPr algn="ctr"/>
                      <a:r>
                        <a:rPr lang="en-US" dirty="0" smtClean="0">
                          <a:solidFill>
                            <a:schemeClr val="tx1"/>
                          </a:solidFill>
                        </a:rPr>
                        <a:t>Score</a:t>
                      </a:r>
                      <a:endParaRPr lang="en-US" dirty="0">
                        <a:solidFill>
                          <a:schemeClr val="tx1"/>
                        </a:solidFill>
                      </a:endParaRPr>
                    </a:p>
                  </a:txBody>
                  <a:tcPr>
                    <a:blipFill>
                      <a:blip r:embed="rId2"/>
                      <a:tile tx="0" ty="0" sx="100000" sy="100000" flip="none" algn="tl"/>
                    </a:blipFill>
                  </a:tcPr>
                </a:tc>
                <a:tc>
                  <a:txBody>
                    <a:bodyPr/>
                    <a:lstStyle/>
                    <a:p>
                      <a:pPr algn="ctr"/>
                      <a:r>
                        <a:rPr lang="en-US" dirty="0" smtClean="0">
                          <a:solidFill>
                            <a:srgbClr val="0070C0"/>
                          </a:solidFill>
                        </a:rPr>
                        <a:t>Preference</a:t>
                      </a:r>
                      <a:endParaRPr lang="en-US" dirty="0">
                        <a:solidFill>
                          <a:srgbClr val="0070C0"/>
                        </a:solidFill>
                      </a:endParaRPr>
                    </a:p>
                  </a:txBody>
                  <a:tcPr>
                    <a:blipFill>
                      <a:blip r:embed="rId2"/>
                      <a:tile tx="0" ty="0" sx="100000" sy="100000" flip="none" algn="tl"/>
                    </a:blipFill>
                  </a:tcPr>
                </a:tc>
                <a:extLst>
                  <a:ext uri="{0D108BD9-81ED-4DB2-BD59-A6C34878D82A}">
                    <a16:rowId xmlns:a16="http://schemas.microsoft.com/office/drawing/2014/main" xmlns="" val="932909601"/>
                  </a:ext>
                </a:extLst>
              </a:tr>
              <a:tr h="634591">
                <a:tc>
                  <a:txBody>
                    <a:bodyPr/>
                    <a:lstStyle/>
                    <a:p>
                      <a:pPr algn="ctr"/>
                      <a:r>
                        <a:rPr lang="en-US" dirty="0" smtClean="0">
                          <a:solidFill>
                            <a:schemeClr val="tx1"/>
                          </a:solidFill>
                        </a:rPr>
                        <a:t>1</a:t>
                      </a:r>
                    </a:p>
                  </a:txBody>
                  <a:tcPr>
                    <a:blipFill>
                      <a:blip r:embed="rId3"/>
                      <a:tile tx="0" ty="0" sx="100000" sy="100000" flip="none" algn="tl"/>
                    </a:blipFill>
                  </a:tcPr>
                </a:tc>
                <a:tc>
                  <a:txBody>
                    <a:bodyPr/>
                    <a:lstStyle/>
                    <a:p>
                      <a:pPr algn="l"/>
                      <a:r>
                        <a:rPr lang="en-US" dirty="0" smtClean="0">
                          <a:solidFill>
                            <a:schemeClr val="tx1"/>
                          </a:solidFill>
                        </a:rPr>
                        <a:t>9 (9 X 100)</a:t>
                      </a:r>
                    </a:p>
                  </a:txBody>
                  <a:tcPr>
                    <a:blipFill>
                      <a:blip r:embed="rId3"/>
                      <a:tile tx="0" ty="0" sx="100000" sy="100000" flip="none" algn="tl"/>
                    </a:blipFill>
                  </a:tcPr>
                </a:tc>
                <a:tc>
                  <a:txBody>
                    <a:bodyPr/>
                    <a:lstStyle/>
                    <a:p>
                      <a:pPr algn="l"/>
                      <a:r>
                        <a:rPr lang="en-US" dirty="0" smtClean="0"/>
                        <a:t>7 (7</a:t>
                      </a:r>
                      <a:r>
                        <a:rPr lang="en-US" baseline="0" dirty="0" smtClean="0"/>
                        <a:t> X 10)</a:t>
                      </a:r>
                      <a:endParaRPr lang="en-US" dirty="0"/>
                    </a:p>
                  </a:txBody>
                  <a:tcPr>
                    <a:blipFill>
                      <a:blip r:embed="rId3"/>
                      <a:tile tx="0" ty="0" sx="100000" sy="100000" flip="none" algn="tl"/>
                    </a:blipFill>
                  </a:tcPr>
                </a:tc>
                <a:tc>
                  <a:txBody>
                    <a:bodyPr/>
                    <a:lstStyle/>
                    <a:p>
                      <a:pPr algn="l"/>
                      <a:r>
                        <a:rPr lang="en-US" dirty="0" smtClean="0"/>
                        <a:t>9 (9 X 1)</a:t>
                      </a:r>
                      <a:endParaRPr lang="en-US" dirty="0"/>
                    </a:p>
                  </a:txBody>
                  <a:tcPr>
                    <a:blipFill>
                      <a:blip r:embed="rId3"/>
                      <a:tile tx="0" ty="0" sx="100000" sy="100000" flip="none" algn="tl"/>
                    </a:blipFill>
                  </a:tcPr>
                </a:tc>
                <a:tc>
                  <a:txBody>
                    <a:bodyPr/>
                    <a:lstStyle/>
                    <a:p>
                      <a:pPr algn="l"/>
                      <a:r>
                        <a:rPr lang="en-US" dirty="0" smtClean="0">
                          <a:solidFill>
                            <a:schemeClr val="tx1"/>
                          </a:solidFill>
                        </a:rPr>
                        <a:t>900+70+9 = 979</a:t>
                      </a:r>
                      <a:endParaRPr lang="en-US" dirty="0">
                        <a:solidFill>
                          <a:schemeClr val="tx1"/>
                        </a:solidFill>
                      </a:endParaRPr>
                    </a:p>
                  </a:txBody>
                  <a:tcPr>
                    <a:blipFill>
                      <a:blip r:embed="rId3"/>
                      <a:tile tx="0" ty="0" sx="100000" sy="100000" flip="none" algn="tl"/>
                    </a:blipFill>
                  </a:tcPr>
                </a:tc>
                <a:tc>
                  <a:txBody>
                    <a:bodyPr/>
                    <a:lstStyle/>
                    <a:p>
                      <a:pPr algn="ctr"/>
                      <a:r>
                        <a:rPr lang="en-US" b="1" dirty="0" smtClean="0">
                          <a:solidFill>
                            <a:srgbClr val="0070C0"/>
                          </a:solidFill>
                        </a:rPr>
                        <a:t>1</a:t>
                      </a:r>
                      <a:endParaRPr lang="en-US" b="1" dirty="0">
                        <a:solidFill>
                          <a:srgbClr val="0070C0"/>
                        </a:solidFill>
                      </a:endParaRPr>
                    </a:p>
                  </a:txBody>
                  <a:tcPr>
                    <a:blipFill>
                      <a:blip r:embed="rId3"/>
                      <a:tile tx="0" ty="0" sx="100000" sy="100000" flip="none" algn="tl"/>
                    </a:blipFill>
                  </a:tcPr>
                </a:tc>
                <a:extLst>
                  <a:ext uri="{0D108BD9-81ED-4DB2-BD59-A6C34878D82A}">
                    <a16:rowId xmlns:a16="http://schemas.microsoft.com/office/drawing/2014/main" xmlns="" val="3093683553"/>
                  </a:ext>
                </a:extLst>
              </a:tr>
              <a:tr h="532664">
                <a:tc>
                  <a:txBody>
                    <a:bodyPr/>
                    <a:lstStyle/>
                    <a:p>
                      <a:pPr algn="ctr"/>
                      <a:r>
                        <a:rPr lang="en-US" dirty="0" smtClean="0">
                          <a:solidFill>
                            <a:schemeClr val="tx1"/>
                          </a:solidFill>
                        </a:rPr>
                        <a:t>2</a:t>
                      </a:r>
                      <a:endParaRPr lang="en-US" dirty="0">
                        <a:solidFill>
                          <a:schemeClr val="tx1"/>
                        </a:solidFill>
                      </a:endParaRPr>
                    </a:p>
                  </a:txBody>
                  <a:tcPr>
                    <a:blipFill>
                      <a:blip r:embed="rId3"/>
                      <a:tile tx="0" ty="0" sx="100000" sy="100000" flip="none" algn="tl"/>
                    </a:blipFill>
                  </a:tcPr>
                </a:tc>
                <a:tc>
                  <a:txBody>
                    <a:bodyPr/>
                    <a:lstStyle/>
                    <a:p>
                      <a:pPr algn="l"/>
                      <a:r>
                        <a:rPr lang="en-US" dirty="0" smtClean="0">
                          <a:solidFill>
                            <a:schemeClr val="tx1"/>
                          </a:solidFill>
                        </a:rPr>
                        <a:t>8</a:t>
                      </a:r>
                      <a:endParaRPr lang="en-US" dirty="0">
                        <a:solidFill>
                          <a:schemeClr val="tx1"/>
                        </a:solidFill>
                      </a:endParaRPr>
                    </a:p>
                  </a:txBody>
                  <a:tcPr>
                    <a:blipFill>
                      <a:blip r:embed="rId3"/>
                      <a:tile tx="0" ty="0" sx="100000" sy="100000" flip="none" algn="tl"/>
                    </a:blipFill>
                  </a:tcPr>
                </a:tc>
                <a:tc>
                  <a:txBody>
                    <a:bodyPr/>
                    <a:lstStyle/>
                    <a:p>
                      <a:pPr algn="l"/>
                      <a:r>
                        <a:rPr lang="en-US" dirty="0" smtClean="0"/>
                        <a:t>9</a:t>
                      </a:r>
                      <a:endParaRPr lang="en-US" dirty="0"/>
                    </a:p>
                  </a:txBody>
                  <a:tcPr>
                    <a:blipFill>
                      <a:blip r:embed="rId3"/>
                      <a:tile tx="0" ty="0" sx="100000" sy="100000" flip="none" algn="tl"/>
                    </a:blipFill>
                  </a:tcPr>
                </a:tc>
                <a:tc>
                  <a:txBody>
                    <a:bodyPr/>
                    <a:lstStyle/>
                    <a:p>
                      <a:pPr algn="l"/>
                      <a:r>
                        <a:rPr lang="en-US" dirty="0" smtClean="0"/>
                        <a:t>9</a:t>
                      </a:r>
                      <a:endParaRPr lang="en-US" dirty="0"/>
                    </a:p>
                  </a:txBody>
                  <a:tcPr>
                    <a:blipFill>
                      <a:blip r:embed="rId3"/>
                      <a:tile tx="0" ty="0" sx="100000" sy="100000" flip="none" algn="tl"/>
                    </a:blipFill>
                  </a:tcPr>
                </a:tc>
                <a:tc>
                  <a:txBody>
                    <a:bodyPr/>
                    <a:lstStyle/>
                    <a:p>
                      <a:pPr algn="l"/>
                      <a:r>
                        <a:rPr lang="en-US" dirty="0" smtClean="0">
                          <a:solidFill>
                            <a:schemeClr val="tx1"/>
                          </a:solidFill>
                        </a:rPr>
                        <a:t>899</a:t>
                      </a:r>
                      <a:endParaRPr lang="en-US" dirty="0">
                        <a:solidFill>
                          <a:schemeClr val="tx1"/>
                        </a:solidFill>
                      </a:endParaRPr>
                    </a:p>
                  </a:txBody>
                  <a:tcPr>
                    <a:blipFill>
                      <a:blip r:embed="rId3"/>
                      <a:tile tx="0" ty="0" sx="100000" sy="100000" flip="none" algn="tl"/>
                    </a:blipFill>
                  </a:tcPr>
                </a:tc>
                <a:tc>
                  <a:txBody>
                    <a:bodyPr/>
                    <a:lstStyle/>
                    <a:p>
                      <a:pPr algn="ctr"/>
                      <a:r>
                        <a:rPr lang="en-US" b="1" dirty="0" smtClean="0">
                          <a:solidFill>
                            <a:srgbClr val="0070C0"/>
                          </a:solidFill>
                        </a:rPr>
                        <a:t>2</a:t>
                      </a:r>
                      <a:endParaRPr lang="en-US" b="1" dirty="0">
                        <a:solidFill>
                          <a:srgbClr val="0070C0"/>
                        </a:solidFill>
                      </a:endParaRPr>
                    </a:p>
                  </a:txBody>
                  <a:tcPr>
                    <a:blipFill>
                      <a:blip r:embed="rId3"/>
                      <a:tile tx="0" ty="0" sx="100000" sy="100000" flip="none" algn="tl"/>
                    </a:blipFill>
                  </a:tcPr>
                </a:tc>
                <a:extLst>
                  <a:ext uri="{0D108BD9-81ED-4DB2-BD59-A6C34878D82A}">
                    <a16:rowId xmlns:a16="http://schemas.microsoft.com/office/drawing/2014/main" xmlns="" val="437678110"/>
                  </a:ext>
                </a:extLst>
              </a:tr>
              <a:tr h="532664">
                <a:tc>
                  <a:txBody>
                    <a:bodyPr/>
                    <a:lstStyle/>
                    <a:p>
                      <a:pPr algn="ctr"/>
                      <a:r>
                        <a:rPr lang="en-US" dirty="0" smtClean="0">
                          <a:solidFill>
                            <a:schemeClr val="tx1"/>
                          </a:solidFill>
                        </a:rPr>
                        <a:t>3</a:t>
                      </a:r>
                      <a:endParaRPr lang="en-US" dirty="0">
                        <a:solidFill>
                          <a:schemeClr val="tx1"/>
                        </a:solidFill>
                      </a:endParaRPr>
                    </a:p>
                  </a:txBody>
                  <a:tcPr>
                    <a:blipFill>
                      <a:blip r:embed="rId3"/>
                      <a:tile tx="0" ty="0" sx="100000" sy="100000" flip="none" algn="tl"/>
                    </a:blipFill>
                  </a:tcPr>
                </a:tc>
                <a:tc>
                  <a:txBody>
                    <a:bodyPr/>
                    <a:lstStyle/>
                    <a:p>
                      <a:pPr algn="l"/>
                      <a:r>
                        <a:rPr lang="en-US" dirty="0" smtClean="0">
                          <a:solidFill>
                            <a:schemeClr val="tx1"/>
                          </a:solidFill>
                        </a:rPr>
                        <a:t>2</a:t>
                      </a:r>
                      <a:endParaRPr lang="en-US" dirty="0">
                        <a:solidFill>
                          <a:schemeClr val="tx1"/>
                        </a:solidFill>
                      </a:endParaRPr>
                    </a:p>
                  </a:txBody>
                  <a:tcPr>
                    <a:blipFill>
                      <a:blip r:embed="rId3"/>
                      <a:tile tx="0" ty="0" sx="100000" sy="100000" flip="none" algn="tl"/>
                    </a:blipFill>
                  </a:tcPr>
                </a:tc>
                <a:tc>
                  <a:txBody>
                    <a:bodyPr/>
                    <a:lstStyle/>
                    <a:p>
                      <a:pPr algn="l"/>
                      <a:r>
                        <a:rPr lang="en-US" dirty="0" smtClean="0"/>
                        <a:t>9</a:t>
                      </a:r>
                      <a:endParaRPr lang="en-US" dirty="0"/>
                    </a:p>
                  </a:txBody>
                  <a:tcPr>
                    <a:blipFill>
                      <a:blip r:embed="rId3"/>
                      <a:tile tx="0" ty="0" sx="100000" sy="100000" flip="none" algn="tl"/>
                    </a:blipFill>
                  </a:tcPr>
                </a:tc>
                <a:tc>
                  <a:txBody>
                    <a:bodyPr/>
                    <a:lstStyle/>
                    <a:p>
                      <a:pPr algn="l"/>
                      <a:r>
                        <a:rPr lang="en-US" dirty="0" smtClean="0"/>
                        <a:t>9</a:t>
                      </a:r>
                      <a:endParaRPr lang="en-US" dirty="0"/>
                    </a:p>
                  </a:txBody>
                  <a:tcPr>
                    <a:blipFill>
                      <a:blip r:embed="rId3"/>
                      <a:tile tx="0" ty="0" sx="100000" sy="100000" flip="none" algn="tl"/>
                    </a:blipFill>
                  </a:tcPr>
                </a:tc>
                <a:tc>
                  <a:txBody>
                    <a:bodyPr/>
                    <a:lstStyle/>
                    <a:p>
                      <a:pPr algn="l"/>
                      <a:r>
                        <a:rPr lang="en-US" dirty="0" smtClean="0">
                          <a:solidFill>
                            <a:schemeClr val="tx1"/>
                          </a:solidFill>
                        </a:rPr>
                        <a:t>299</a:t>
                      </a:r>
                      <a:endParaRPr lang="en-US" dirty="0">
                        <a:solidFill>
                          <a:schemeClr val="tx1"/>
                        </a:solidFill>
                      </a:endParaRPr>
                    </a:p>
                  </a:txBody>
                  <a:tcPr>
                    <a:blipFill>
                      <a:blip r:embed="rId3"/>
                      <a:tile tx="0" ty="0" sx="100000" sy="100000" flip="none" algn="tl"/>
                    </a:blipFill>
                  </a:tcPr>
                </a:tc>
                <a:tc>
                  <a:txBody>
                    <a:bodyPr/>
                    <a:lstStyle/>
                    <a:p>
                      <a:pPr algn="ctr"/>
                      <a:r>
                        <a:rPr lang="en-US" b="1" dirty="0" smtClean="0">
                          <a:solidFill>
                            <a:srgbClr val="0070C0"/>
                          </a:solidFill>
                        </a:rPr>
                        <a:t>3</a:t>
                      </a:r>
                      <a:endParaRPr lang="en-US" b="1" dirty="0">
                        <a:solidFill>
                          <a:srgbClr val="0070C0"/>
                        </a:solidFill>
                      </a:endParaRPr>
                    </a:p>
                  </a:txBody>
                  <a:tcPr>
                    <a:blipFill>
                      <a:blip r:embed="rId3"/>
                      <a:tile tx="0" ty="0" sx="100000" sy="100000" flip="none" algn="tl"/>
                    </a:blipFill>
                  </a:tcPr>
                </a:tc>
                <a:extLst>
                  <a:ext uri="{0D108BD9-81ED-4DB2-BD59-A6C34878D82A}">
                    <a16:rowId xmlns:a16="http://schemas.microsoft.com/office/drawing/2014/main" xmlns="" val="2166745138"/>
                  </a:ext>
                </a:extLst>
              </a:tr>
              <a:tr h="532664">
                <a:tc>
                  <a:txBody>
                    <a:bodyPr/>
                    <a:lstStyle/>
                    <a:p>
                      <a:pPr algn="ctr"/>
                      <a:r>
                        <a:rPr lang="en-US" dirty="0" smtClean="0">
                          <a:solidFill>
                            <a:schemeClr val="tx1"/>
                          </a:solidFill>
                        </a:rPr>
                        <a:t>4</a:t>
                      </a:r>
                      <a:endParaRPr lang="en-US" dirty="0">
                        <a:solidFill>
                          <a:schemeClr val="tx1"/>
                        </a:solidFill>
                      </a:endParaRPr>
                    </a:p>
                  </a:txBody>
                  <a:tcPr>
                    <a:blipFill>
                      <a:blip r:embed="rId3"/>
                      <a:tile tx="0" ty="0" sx="100000" sy="100000" flip="none" algn="tl"/>
                    </a:blipFill>
                  </a:tcPr>
                </a:tc>
                <a:tc>
                  <a:txBody>
                    <a:bodyPr/>
                    <a:lstStyle/>
                    <a:p>
                      <a:pPr algn="l"/>
                      <a:r>
                        <a:rPr lang="en-US" dirty="0" smtClean="0">
                          <a:solidFill>
                            <a:schemeClr val="tx1"/>
                          </a:solidFill>
                        </a:rPr>
                        <a:t>1</a:t>
                      </a:r>
                      <a:endParaRPr lang="en-US" dirty="0">
                        <a:solidFill>
                          <a:schemeClr val="tx1"/>
                        </a:solidFill>
                      </a:endParaRPr>
                    </a:p>
                  </a:txBody>
                  <a:tcPr>
                    <a:blipFill>
                      <a:blip r:embed="rId3"/>
                      <a:tile tx="0" ty="0" sx="100000" sy="100000" flip="none" algn="tl"/>
                    </a:blipFill>
                  </a:tcPr>
                </a:tc>
                <a:tc>
                  <a:txBody>
                    <a:bodyPr/>
                    <a:lstStyle/>
                    <a:p>
                      <a:pPr algn="l"/>
                      <a:r>
                        <a:rPr lang="en-US" dirty="0" smtClean="0"/>
                        <a:t>9</a:t>
                      </a:r>
                      <a:endParaRPr lang="en-US" dirty="0"/>
                    </a:p>
                  </a:txBody>
                  <a:tcPr>
                    <a:blipFill>
                      <a:blip r:embed="rId3"/>
                      <a:tile tx="0" ty="0" sx="100000" sy="100000" flip="none" algn="tl"/>
                    </a:blipFill>
                  </a:tcPr>
                </a:tc>
                <a:tc>
                  <a:txBody>
                    <a:bodyPr/>
                    <a:lstStyle/>
                    <a:p>
                      <a:pPr algn="l"/>
                      <a:r>
                        <a:rPr lang="en-US" dirty="0" smtClean="0"/>
                        <a:t>4</a:t>
                      </a:r>
                      <a:endParaRPr lang="en-US" dirty="0"/>
                    </a:p>
                  </a:txBody>
                  <a:tcPr>
                    <a:blipFill>
                      <a:blip r:embed="rId3"/>
                      <a:tile tx="0" ty="0" sx="100000" sy="100000" flip="none" algn="tl"/>
                    </a:blipFill>
                  </a:tcPr>
                </a:tc>
                <a:tc>
                  <a:txBody>
                    <a:bodyPr/>
                    <a:lstStyle/>
                    <a:p>
                      <a:pPr algn="l"/>
                      <a:r>
                        <a:rPr lang="en-US" dirty="0" smtClean="0">
                          <a:solidFill>
                            <a:schemeClr val="tx1"/>
                          </a:solidFill>
                        </a:rPr>
                        <a:t>194</a:t>
                      </a:r>
                      <a:endParaRPr lang="en-US" dirty="0">
                        <a:solidFill>
                          <a:schemeClr val="tx1"/>
                        </a:solidFill>
                      </a:endParaRPr>
                    </a:p>
                  </a:txBody>
                  <a:tcPr>
                    <a:blipFill>
                      <a:blip r:embed="rId3"/>
                      <a:tile tx="0" ty="0" sx="100000" sy="100000" flip="none" algn="tl"/>
                    </a:blipFill>
                  </a:tcPr>
                </a:tc>
                <a:tc>
                  <a:txBody>
                    <a:bodyPr/>
                    <a:lstStyle/>
                    <a:p>
                      <a:pPr algn="ctr"/>
                      <a:r>
                        <a:rPr lang="en-US" b="1" dirty="0" smtClean="0">
                          <a:solidFill>
                            <a:srgbClr val="0070C0"/>
                          </a:solidFill>
                        </a:rPr>
                        <a:t>5</a:t>
                      </a:r>
                      <a:endParaRPr lang="en-US" b="1" dirty="0">
                        <a:solidFill>
                          <a:srgbClr val="0070C0"/>
                        </a:solidFill>
                      </a:endParaRPr>
                    </a:p>
                  </a:txBody>
                  <a:tcPr>
                    <a:blipFill>
                      <a:blip r:embed="rId3"/>
                      <a:tile tx="0" ty="0" sx="100000" sy="100000" flip="none" algn="tl"/>
                    </a:blipFill>
                  </a:tcPr>
                </a:tc>
                <a:extLst>
                  <a:ext uri="{0D108BD9-81ED-4DB2-BD59-A6C34878D82A}">
                    <a16:rowId xmlns:a16="http://schemas.microsoft.com/office/drawing/2014/main" xmlns="" val="3711415561"/>
                  </a:ext>
                </a:extLst>
              </a:tr>
              <a:tr h="532664">
                <a:tc>
                  <a:txBody>
                    <a:bodyPr/>
                    <a:lstStyle/>
                    <a:p>
                      <a:pPr algn="ctr"/>
                      <a:r>
                        <a:rPr lang="en-US" dirty="0" smtClean="0">
                          <a:solidFill>
                            <a:schemeClr val="tx1"/>
                          </a:solidFill>
                        </a:rPr>
                        <a:t>5</a:t>
                      </a:r>
                      <a:endParaRPr lang="en-US" dirty="0">
                        <a:solidFill>
                          <a:schemeClr val="tx1"/>
                        </a:solidFill>
                      </a:endParaRPr>
                    </a:p>
                  </a:txBody>
                  <a:tcPr>
                    <a:blipFill>
                      <a:blip r:embed="rId3"/>
                      <a:tile tx="0" ty="0" sx="100000" sy="100000" flip="none" algn="tl"/>
                    </a:blipFill>
                  </a:tcPr>
                </a:tc>
                <a:tc>
                  <a:txBody>
                    <a:bodyPr/>
                    <a:lstStyle/>
                    <a:p>
                      <a:pPr algn="l"/>
                      <a:r>
                        <a:rPr lang="en-US" dirty="0" smtClean="0">
                          <a:solidFill>
                            <a:schemeClr val="tx1"/>
                          </a:solidFill>
                        </a:rPr>
                        <a:t>2</a:t>
                      </a:r>
                      <a:endParaRPr lang="en-US" dirty="0">
                        <a:solidFill>
                          <a:schemeClr val="tx1"/>
                        </a:solidFill>
                      </a:endParaRPr>
                    </a:p>
                  </a:txBody>
                  <a:tcPr>
                    <a:blipFill>
                      <a:blip r:embed="rId3"/>
                      <a:tile tx="0" ty="0" sx="100000" sy="100000" flip="none" algn="tl"/>
                    </a:blipFill>
                  </a:tcPr>
                </a:tc>
                <a:tc>
                  <a:txBody>
                    <a:bodyPr/>
                    <a:lstStyle/>
                    <a:p>
                      <a:pPr algn="l"/>
                      <a:r>
                        <a:rPr lang="en-US" dirty="0" smtClean="0"/>
                        <a:t>2</a:t>
                      </a:r>
                      <a:endParaRPr lang="en-US" dirty="0"/>
                    </a:p>
                  </a:txBody>
                  <a:tcPr>
                    <a:blipFill>
                      <a:blip r:embed="rId3"/>
                      <a:tile tx="0" ty="0" sx="100000" sy="100000" flip="none" algn="tl"/>
                    </a:blipFill>
                  </a:tcPr>
                </a:tc>
                <a:tc>
                  <a:txBody>
                    <a:bodyPr/>
                    <a:lstStyle/>
                    <a:p>
                      <a:pPr algn="l"/>
                      <a:r>
                        <a:rPr lang="en-US" dirty="0" smtClean="0"/>
                        <a:t>1</a:t>
                      </a:r>
                      <a:endParaRPr lang="en-US" dirty="0"/>
                    </a:p>
                  </a:txBody>
                  <a:tcPr>
                    <a:blipFill>
                      <a:blip r:embed="rId3"/>
                      <a:tile tx="0" ty="0" sx="100000" sy="100000" flip="none" algn="tl"/>
                    </a:blipFill>
                  </a:tcPr>
                </a:tc>
                <a:tc>
                  <a:txBody>
                    <a:bodyPr/>
                    <a:lstStyle/>
                    <a:p>
                      <a:pPr algn="l"/>
                      <a:r>
                        <a:rPr lang="en-US" dirty="0" smtClean="0">
                          <a:solidFill>
                            <a:schemeClr val="tx1"/>
                          </a:solidFill>
                        </a:rPr>
                        <a:t>221</a:t>
                      </a:r>
                      <a:endParaRPr lang="en-US" dirty="0">
                        <a:solidFill>
                          <a:schemeClr val="tx1"/>
                        </a:solidFill>
                      </a:endParaRPr>
                    </a:p>
                  </a:txBody>
                  <a:tcPr>
                    <a:blipFill>
                      <a:blip r:embed="rId3"/>
                      <a:tile tx="0" ty="0" sx="100000" sy="100000" flip="none" algn="tl"/>
                    </a:blipFill>
                  </a:tcPr>
                </a:tc>
                <a:tc>
                  <a:txBody>
                    <a:bodyPr/>
                    <a:lstStyle/>
                    <a:p>
                      <a:pPr algn="ctr"/>
                      <a:r>
                        <a:rPr lang="en-US" b="1" dirty="0" smtClean="0">
                          <a:solidFill>
                            <a:srgbClr val="0070C0"/>
                          </a:solidFill>
                        </a:rPr>
                        <a:t>4</a:t>
                      </a:r>
                      <a:endParaRPr lang="en-US" b="1" dirty="0">
                        <a:solidFill>
                          <a:srgbClr val="0070C0"/>
                        </a:solidFill>
                      </a:endParaRPr>
                    </a:p>
                  </a:txBody>
                  <a:tcPr>
                    <a:blipFill>
                      <a:blip r:embed="rId3"/>
                      <a:tile tx="0" ty="0" sx="100000" sy="100000" flip="none" algn="tl"/>
                    </a:blipFill>
                  </a:tcPr>
                </a:tc>
                <a:extLst>
                  <a:ext uri="{0D108BD9-81ED-4DB2-BD59-A6C34878D82A}">
                    <a16:rowId xmlns:a16="http://schemas.microsoft.com/office/drawing/2014/main" xmlns="" val="1703428092"/>
                  </a:ext>
                </a:extLst>
              </a:tr>
              <a:tr h="532664">
                <a:tc>
                  <a:txBody>
                    <a:bodyPr/>
                    <a:lstStyle/>
                    <a:p>
                      <a:pPr algn="ctr"/>
                      <a:r>
                        <a:rPr lang="en-US" dirty="0" smtClean="0">
                          <a:solidFill>
                            <a:schemeClr val="tx1"/>
                          </a:solidFill>
                        </a:rPr>
                        <a:t>6</a:t>
                      </a:r>
                      <a:endParaRPr lang="en-US" dirty="0">
                        <a:solidFill>
                          <a:schemeClr val="tx1"/>
                        </a:solidFill>
                      </a:endParaRPr>
                    </a:p>
                  </a:txBody>
                  <a:tcPr>
                    <a:blipFill>
                      <a:blip r:embed="rId3"/>
                      <a:tile tx="0" ty="0" sx="100000" sy="100000" flip="none" algn="tl"/>
                    </a:blipFill>
                  </a:tcPr>
                </a:tc>
                <a:tc>
                  <a:txBody>
                    <a:bodyPr/>
                    <a:lstStyle/>
                    <a:p>
                      <a:pPr algn="l"/>
                      <a:r>
                        <a:rPr lang="en-US" dirty="0" smtClean="0">
                          <a:solidFill>
                            <a:schemeClr val="tx1"/>
                          </a:solidFill>
                        </a:rPr>
                        <a:t>0</a:t>
                      </a:r>
                      <a:endParaRPr lang="en-US" dirty="0">
                        <a:solidFill>
                          <a:schemeClr val="tx1"/>
                        </a:solidFill>
                      </a:endParaRPr>
                    </a:p>
                  </a:txBody>
                  <a:tcPr>
                    <a:blipFill>
                      <a:blip r:embed="rId3"/>
                      <a:tile tx="0" ty="0" sx="100000" sy="100000" flip="none" algn="tl"/>
                    </a:blipFill>
                  </a:tcPr>
                </a:tc>
                <a:tc>
                  <a:txBody>
                    <a:bodyPr/>
                    <a:lstStyle/>
                    <a:p>
                      <a:pPr algn="l"/>
                      <a:r>
                        <a:rPr lang="en-US" dirty="0" smtClean="0"/>
                        <a:t>2</a:t>
                      </a:r>
                      <a:endParaRPr lang="en-US" dirty="0"/>
                    </a:p>
                  </a:txBody>
                  <a:tcPr>
                    <a:blipFill>
                      <a:blip r:embed="rId3"/>
                      <a:tile tx="0" ty="0" sx="100000" sy="100000" flip="none" algn="tl"/>
                    </a:blipFill>
                  </a:tcPr>
                </a:tc>
                <a:tc>
                  <a:txBody>
                    <a:bodyPr/>
                    <a:lstStyle/>
                    <a:p>
                      <a:pPr algn="l"/>
                      <a:r>
                        <a:rPr lang="en-US" dirty="0" smtClean="0"/>
                        <a:t>3</a:t>
                      </a:r>
                      <a:endParaRPr lang="en-US" dirty="0"/>
                    </a:p>
                  </a:txBody>
                  <a:tcPr>
                    <a:blipFill>
                      <a:blip r:embed="rId3"/>
                      <a:tile tx="0" ty="0" sx="100000" sy="100000" flip="none" algn="tl"/>
                    </a:blipFill>
                  </a:tcPr>
                </a:tc>
                <a:tc>
                  <a:txBody>
                    <a:bodyPr/>
                    <a:lstStyle/>
                    <a:p>
                      <a:pPr algn="l"/>
                      <a:r>
                        <a:rPr lang="en-US" dirty="0" smtClean="0">
                          <a:solidFill>
                            <a:schemeClr val="tx1"/>
                          </a:solidFill>
                        </a:rPr>
                        <a:t>023</a:t>
                      </a:r>
                      <a:endParaRPr lang="en-US" dirty="0">
                        <a:solidFill>
                          <a:schemeClr val="tx1"/>
                        </a:solidFill>
                      </a:endParaRPr>
                    </a:p>
                  </a:txBody>
                  <a:tcPr>
                    <a:blipFill>
                      <a:blip r:embed="rId3"/>
                      <a:tile tx="0" ty="0" sx="100000" sy="100000" flip="none" algn="tl"/>
                    </a:blipFill>
                  </a:tcPr>
                </a:tc>
                <a:tc>
                  <a:txBody>
                    <a:bodyPr/>
                    <a:lstStyle/>
                    <a:p>
                      <a:pPr algn="ctr"/>
                      <a:r>
                        <a:rPr lang="en-US" b="1" dirty="0" smtClean="0">
                          <a:solidFill>
                            <a:srgbClr val="0070C0"/>
                          </a:solidFill>
                        </a:rPr>
                        <a:t>6</a:t>
                      </a:r>
                      <a:endParaRPr lang="en-US" b="1" dirty="0">
                        <a:solidFill>
                          <a:srgbClr val="0070C0"/>
                        </a:solidFill>
                      </a:endParaRPr>
                    </a:p>
                  </a:txBody>
                  <a:tcPr>
                    <a:blipFill>
                      <a:blip r:embed="rId3"/>
                      <a:tile tx="0" ty="0" sx="100000" sy="100000" flip="none" algn="tl"/>
                    </a:blipFill>
                  </a:tcPr>
                </a:tc>
                <a:extLst>
                  <a:ext uri="{0D108BD9-81ED-4DB2-BD59-A6C34878D82A}">
                    <a16:rowId xmlns:a16="http://schemas.microsoft.com/office/drawing/2014/main" xmlns="" val="566614926"/>
                  </a:ext>
                </a:extLst>
              </a:tr>
            </a:tbl>
          </a:graphicData>
        </a:graphic>
      </p:graphicFrame>
    </p:spTree>
    <p:extLst>
      <p:ext uri="{BB962C8B-B14F-4D97-AF65-F5344CB8AC3E}">
        <p14:creationId xmlns:p14="http://schemas.microsoft.com/office/powerpoint/2010/main" val="262228034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705395" y="588796"/>
            <a:ext cx="8229599" cy="704427"/>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smtClean="0">
                <a:solidFill>
                  <a:srgbClr val="0070C0"/>
                </a:solidFill>
              </a:rPr>
              <a:t>Example of RFM analysis</a:t>
            </a:r>
            <a:endParaRPr lang="en-US" b="1" dirty="0"/>
          </a:p>
        </p:txBody>
      </p:sp>
      <p:sp>
        <p:nvSpPr>
          <p:cNvPr id="8" name="TextBox 7"/>
          <p:cNvSpPr txBox="1"/>
          <p:nvPr/>
        </p:nvSpPr>
        <p:spPr>
          <a:xfrm>
            <a:off x="313508" y="1599208"/>
            <a:ext cx="9300755" cy="2400657"/>
          </a:xfrm>
          <a:prstGeom prst="rect">
            <a:avLst/>
          </a:prstGeom>
          <a:noFill/>
        </p:spPr>
        <p:txBody>
          <a:bodyPr wrap="square" rtlCol="0">
            <a:spAutoFit/>
          </a:bodyPr>
          <a:lstStyle/>
          <a:p>
            <a:r>
              <a:rPr lang="en-US" sz="2500" dirty="0" smtClean="0">
                <a:latin typeface="Times New Roman" panose="02020603050405020304" pitchFamily="18" charset="0"/>
                <a:cs typeface="Times New Roman" panose="02020603050405020304" pitchFamily="18" charset="0"/>
              </a:rPr>
              <a:t>Let’s discuss about customer 4 and 5</a:t>
            </a:r>
          </a:p>
          <a:p>
            <a:endParaRPr lang="en-US" sz="2500" dirty="0">
              <a:latin typeface="Times New Roman" panose="02020603050405020304" pitchFamily="18" charset="0"/>
              <a:cs typeface="Times New Roman" panose="02020603050405020304" pitchFamily="18" charset="0"/>
            </a:endParaRPr>
          </a:p>
          <a:p>
            <a:r>
              <a:rPr lang="en-US" sz="2500" dirty="0" smtClean="0">
                <a:latin typeface="Times New Roman" panose="02020603050405020304" pitchFamily="18" charset="0"/>
                <a:cs typeface="Times New Roman" panose="02020603050405020304" pitchFamily="18" charset="0"/>
              </a:rPr>
              <a:t>In this example, customer 4’s recency is 1 where as customer 5’s recency score is 2. Despite customer 4 is more frequent than customer 5, because customer 5 is most recent customer, we will give them first priority over customer 4.</a:t>
            </a:r>
          </a:p>
        </p:txBody>
      </p:sp>
      <p:graphicFrame>
        <p:nvGraphicFramePr>
          <p:cNvPr id="3" name="Table 2"/>
          <p:cNvGraphicFramePr>
            <a:graphicFrameLocks noGrp="1"/>
          </p:cNvGraphicFramePr>
          <p:nvPr>
            <p:extLst/>
          </p:nvPr>
        </p:nvGraphicFramePr>
        <p:xfrm>
          <a:off x="404948" y="4305850"/>
          <a:ext cx="8634550" cy="2329685"/>
        </p:xfrm>
        <a:graphic>
          <a:graphicData uri="http://schemas.openxmlformats.org/drawingml/2006/table">
            <a:tbl>
              <a:tblPr firstRow="1" bandRow="1">
                <a:tableStyleId>{5C22544A-7EE6-4342-B048-85BDC9FD1C3A}</a:tableStyleId>
              </a:tblPr>
              <a:tblGrid>
                <a:gridCol w="897932">
                  <a:extLst>
                    <a:ext uri="{9D8B030D-6E8A-4147-A177-3AD203B41FA5}">
                      <a16:colId xmlns:a16="http://schemas.microsoft.com/office/drawing/2014/main" xmlns="" val="2726454719"/>
                    </a:ext>
                  </a:extLst>
                </a:gridCol>
                <a:gridCol w="1489403">
                  <a:extLst>
                    <a:ext uri="{9D8B030D-6E8A-4147-A177-3AD203B41FA5}">
                      <a16:colId xmlns:a16="http://schemas.microsoft.com/office/drawing/2014/main" xmlns="" val="2751838718"/>
                    </a:ext>
                  </a:extLst>
                </a:gridCol>
                <a:gridCol w="1710052">
                  <a:extLst>
                    <a:ext uri="{9D8B030D-6E8A-4147-A177-3AD203B41FA5}">
                      <a16:colId xmlns:a16="http://schemas.microsoft.com/office/drawing/2014/main" xmlns="" val="2116421352"/>
                    </a:ext>
                  </a:extLst>
                </a:gridCol>
                <a:gridCol w="1658979">
                  <a:extLst>
                    <a:ext uri="{9D8B030D-6E8A-4147-A177-3AD203B41FA5}">
                      <a16:colId xmlns:a16="http://schemas.microsoft.com/office/drawing/2014/main" xmlns="" val="3114848732"/>
                    </a:ext>
                  </a:extLst>
                </a:gridCol>
                <a:gridCol w="1439092">
                  <a:extLst>
                    <a:ext uri="{9D8B030D-6E8A-4147-A177-3AD203B41FA5}">
                      <a16:colId xmlns:a16="http://schemas.microsoft.com/office/drawing/2014/main" xmlns="" val="4010703639"/>
                    </a:ext>
                  </a:extLst>
                </a:gridCol>
                <a:gridCol w="1439092">
                  <a:extLst>
                    <a:ext uri="{9D8B030D-6E8A-4147-A177-3AD203B41FA5}">
                      <a16:colId xmlns:a16="http://schemas.microsoft.com/office/drawing/2014/main" xmlns="" val="1678624574"/>
                    </a:ext>
                  </a:extLst>
                </a:gridCol>
              </a:tblGrid>
              <a:tr h="1191351">
                <a:tc>
                  <a:txBody>
                    <a:bodyPr/>
                    <a:lstStyle/>
                    <a:p>
                      <a:pPr algn="ctr"/>
                      <a:r>
                        <a:rPr lang="en-US" dirty="0" smtClean="0">
                          <a:solidFill>
                            <a:schemeClr val="tx1"/>
                          </a:solidFill>
                        </a:rPr>
                        <a:t>Sr. No</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Recency (First</a:t>
                      </a:r>
                      <a:r>
                        <a:rPr lang="en-US" baseline="0" dirty="0" smtClean="0">
                          <a:solidFill>
                            <a:schemeClr val="tx1"/>
                          </a:solidFill>
                        </a:rPr>
                        <a:t> Priority)</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Frequency</a:t>
                      </a:r>
                    </a:p>
                    <a:p>
                      <a:pPr algn="ctr"/>
                      <a:r>
                        <a:rPr lang="en-US" dirty="0" smtClean="0">
                          <a:solidFill>
                            <a:schemeClr val="tx1"/>
                          </a:solidFill>
                        </a:rPr>
                        <a:t>(Second Priority)</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Monetary</a:t>
                      </a:r>
                    </a:p>
                    <a:p>
                      <a:pPr algn="ctr"/>
                      <a:r>
                        <a:rPr lang="en-US" dirty="0" smtClean="0">
                          <a:solidFill>
                            <a:schemeClr val="tx1"/>
                          </a:solidFill>
                        </a:rPr>
                        <a:t>(Third Priority)</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Score</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0070C0"/>
                          </a:solidFill>
                        </a:rPr>
                        <a:t>Preference</a:t>
                      </a:r>
                      <a:endParaRPr lang="en-US"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916301456"/>
                  </a:ext>
                </a:extLst>
              </a:tr>
              <a:tr h="569167">
                <a:tc>
                  <a:txBody>
                    <a:bodyPr/>
                    <a:lstStyle/>
                    <a:p>
                      <a:pPr algn="ctr"/>
                      <a:r>
                        <a:rPr lang="en-US" dirty="0" smtClean="0">
                          <a:solidFill>
                            <a:schemeClr val="tx1"/>
                          </a:solidFill>
                        </a:rPr>
                        <a:t>4</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dirty="0" smtClean="0"/>
                        <a:t>9</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dirty="0" smtClean="0"/>
                        <a:t>4</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dirty="0" smtClean="0">
                          <a:solidFill>
                            <a:schemeClr val="tx1"/>
                          </a:solidFill>
                        </a:rPr>
                        <a:t>194</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smtClean="0">
                          <a:solidFill>
                            <a:srgbClr val="0070C0"/>
                          </a:solidFill>
                        </a:rPr>
                        <a:t>5</a:t>
                      </a:r>
                      <a:endParaRPr lang="en-US" b="1"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902642878"/>
                  </a:ext>
                </a:extLst>
              </a:tr>
              <a:tr h="569167">
                <a:tc>
                  <a:txBody>
                    <a:bodyPr/>
                    <a:lstStyle/>
                    <a:p>
                      <a:pPr algn="ctr"/>
                      <a:r>
                        <a:rPr lang="en-US" dirty="0" smtClean="0">
                          <a:solidFill>
                            <a:schemeClr val="tx1"/>
                          </a:solidFill>
                        </a:rPr>
                        <a:t>5</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dirty="0" smtClean="0">
                          <a:solidFill>
                            <a:schemeClr val="tx1"/>
                          </a:solidFill>
                        </a:rPr>
                        <a:t>2</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dirty="0" smtClean="0"/>
                        <a:t>2</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dirty="0" smtClean="0"/>
                        <a:t>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dirty="0" smtClean="0">
                          <a:solidFill>
                            <a:schemeClr val="tx1"/>
                          </a:solidFill>
                        </a:rPr>
                        <a:t>221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smtClean="0">
                          <a:solidFill>
                            <a:srgbClr val="0070C0"/>
                          </a:solidFill>
                        </a:rPr>
                        <a:t>4</a:t>
                      </a:r>
                      <a:endParaRPr lang="en-US" b="1"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151579000"/>
                  </a:ext>
                </a:extLst>
              </a:tr>
            </a:tbl>
          </a:graphicData>
        </a:graphic>
      </p:graphicFrame>
    </p:spTree>
    <p:extLst>
      <p:ext uri="{BB962C8B-B14F-4D97-AF65-F5344CB8AC3E}">
        <p14:creationId xmlns:p14="http://schemas.microsoft.com/office/powerpoint/2010/main" val="171687090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705393" y="562397"/>
            <a:ext cx="8621485" cy="134450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smtClean="0">
                <a:solidFill>
                  <a:srgbClr val="0070C0"/>
                </a:solidFill>
              </a:rPr>
              <a:t>RFM For Measuring Performance of Salespersons</a:t>
            </a:r>
            <a:endParaRPr lang="en-US" b="1" dirty="0"/>
          </a:p>
        </p:txBody>
      </p:sp>
      <p:sp>
        <p:nvSpPr>
          <p:cNvPr id="3" name="TextBox 2"/>
          <p:cNvSpPr txBox="1"/>
          <p:nvPr/>
        </p:nvSpPr>
        <p:spPr>
          <a:xfrm>
            <a:off x="365759" y="2082534"/>
            <a:ext cx="9300755" cy="2400657"/>
          </a:xfrm>
          <a:prstGeom prst="rect">
            <a:avLst/>
          </a:prstGeom>
          <a:noFill/>
        </p:spPr>
        <p:txBody>
          <a:bodyPr wrap="square" rtlCol="0">
            <a:spAutoFit/>
          </a:bodyPr>
          <a:lstStyle/>
          <a:p>
            <a:pPr marL="342900" indent="-342900">
              <a:buFont typeface="Arial" panose="020B0604020202020204" pitchFamily="34" charset="0"/>
              <a:buChar char="•"/>
            </a:pPr>
            <a:r>
              <a:rPr lang="en-US" sz="2500" dirty="0" smtClean="0">
                <a:latin typeface="Times New Roman" panose="02020603050405020304" pitchFamily="18" charset="0"/>
                <a:cs typeface="Times New Roman" panose="02020603050405020304" pitchFamily="18" charset="0"/>
              </a:rPr>
              <a:t>RFM analysis of salespersons gives clear idea to managers about how well they are performing</a:t>
            </a:r>
          </a:p>
          <a:p>
            <a:pPr marL="342900" indent="-342900">
              <a:buFont typeface="Arial" panose="020B0604020202020204" pitchFamily="34" charset="0"/>
              <a:buChar char="•"/>
            </a:pPr>
            <a:r>
              <a:rPr lang="en-US" sz="2500" dirty="0" smtClean="0">
                <a:latin typeface="Times New Roman" panose="02020603050405020304" pitchFamily="18" charset="0"/>
                <a:cs typeface="Times New Roman" panose="02020603050405020304" pitchFamily="18" charset="0"/>
              </a:rPr>
              <a:t>Analysis by comparing total generated revenue and salesperson’s performance is possible.</a:t>
            </a:r>
          </a:p>
          <a:p>
            <a:pPr marL="342900" indent="-342900">
              <a:buFont typeface="Arial" panose="020B0604020202020204" pitchFamily="34" charset="0"/>
              <a:buChar char="•"/>
            </a:pPr>
            <a:r>
              <a:rPr lang="en-US" sz="2500" dirty="0" smtClean="0">
                <a:latin typeface="Times New Roman" panose="02020603050405020304" pitchFamily="18" charset="0"/>
                <a:cs typeface="Times New Roman" panose="02020603050405020304" pitchFamily="18" charset="0"/>
              </a:rPr>
              <a:t>By finding weakness, possible decision making regarding training, promotion or employment termination is possible.</a:t>
            </a:r>
          </a:p>
        </p:txBody>
      </p:sp>
      <p:sp>
        <p:nvSpPr>
          <p:cNvPr id="4" name="TextBox 3"/>
          <p:cNvSpPr txBox="1"/>
          <p:nvPr/>
        </p:nvSpPr>
        <p:spPr>
          <a:xfrm>
            <a:off x="705395" y="4834446"/>
            <a:ext cx="9300755" cy="1631216"/>
          </a:xfrm>
          <a:prstGeom prst="rect">
            <a:avLst/>
          </a:prstGeom>
          <a:noFill/>
        </p:spPr>
        <p:txBody>
          <a:bodyPr wrap="square" rtlCol="0">
            <a:spAutoFit/>
          </a:bodyPr>
          <a:lstStyle/>
          <a:p>
            <a:r>
              <a:rPr lang="en-US" sz="2500" b="1" dirty="0" smtClean="0">
                <a:latin typeface="Times New Roman" panose="02020603050405020304" pitchFamily="18" charset="0"/>
                <a:cs typeface="Times New Roman" panose="02020603050405020304" pitchFamily="18" charset="0"/>
              </a:rPr>
              <a:t>NOTE</a:t>
            </a:r>
            <a:r>
              <a:rPr lang="en-US" sz="2500" dirty="0" smtClean="0">
                <a:latin typeface="Times New Roman" panose="02020603050405020304" pitchFamily="18" charset="0"/>
                <a:cs typeface="Times New Roman" panose="02020603050405020304" pitchFamily="18" charset="0"/>
              </a:rPr>
              <a:t>:</a:t>
            </a:r>
          </a:p>
          <a:p>
            <a:r>
              <a:rPr lang="en-US" sz="2500" dirty="0">
                <a:latin typeface="Times New Roman" panose="02020603050405020304" pitchFamily="18" charset="0"/>
                <a:cs typeface="Times New Roman" panose="02020603050405020304" pitchFamily="18" charset="0"/>
              </a:rPr>
              <a:t/>
            </a:r>
            <a:br>
              <a:rPr lang="en-US" sz="2500" dirty="0">
                <a:latin typeface="Times New Roman" panose="02020603050405020304" pitchFamily="18" charset="0"/>
                <a:cs typeface="Times New Roman" panose="02020603050405020304" pitchFamily="18" charset="0"/>
              </a:rPr>
            </a:br>
            <a:r>
              <a:rPr lang="en-US" sz="2500" dirty="0" smtClean="0">
                <a:latin typeface="Times New Roman" panose="02020603050405020304" pitchFamily="18" charset="0"/>
                <a:cs typeface="Times New Roman" panose="02020603050405020304" pitchFamily="18" charset="0"/>
              </a:rPr>
              <a:t>RFM is not useful for the companies who provide unique products which are not purchased in large quantities.</a:t>
            </a:r>
          </a:p>
        </p:txBody>
      </p:sp>
    </p:spTree>
    <p:extLst>
      <p:ext uri="{BB962C8B-B14F-4D97-AF65-F5344CB8AC3E}">
        <p14:creationId xmlns:p14="http://schemas.microsoft.com/office/powerpoint/2010/main" val="34217057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RFM vs Predictive Models</a:t>
            </a:r>
            <a:endParaRPr lang="en-US" dirty="0"/>
          </a:p>
        </p:txBody>
      </p:sp>
      <p:pic>
        <p:nvPicPr>
          <p:cNvPr id="4" name="Picture 3"/>
          <p:cNvPicPr>
            <a:picLocks noChangeAspect="1"/>
          </p:cNvPicPr>
          <p:nvPr/>
        </p:nvPicPr>
        <p:blipFill>
          <a:blip r:embed="rId2"/>
          <a:stretch>
            <a:fillRect/>
          </a:stretch>
        </p:blipFill>
        <p:spPr>
          <a:xfrm>
            <a:off x="838199" y="1580050"/>
            <a:ext cx="8340969" cy="5032600"/>
          </a:xfrm>
          <a:prstGeom prst="rect">
            <a:avLst/>
          </a:prstGeom>
        </p:spPr>
      </p:pic>
    </p:spTree>
    <p:extLst>
      <p:ext uri="{BB962C8B-B14F-4D97-AF65-F5344CB8AC3E}">
        <p14:creationId xmlns:p14="http://schemas.microsoft.com/office/powerpoint/2010/main" val="2047609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53562" y="525705"/>
            <a:ext cx="9165848" cy="5335833"/>
          </a:xfrm>
          <a:prstGeom prst="rect">
            <a:avLst/>
          </a:prstGeom>
        </p:spPr>
      </p:pic>
    </p:spTree>
    <p:extLst>
      <p:ext uri="{BB962C8B-B14F-4D97-AF65-F5344CB8AC3E}">
        <p14:creationId xmlns:p14="http://schemas.microsoft.com/office/powerpoint/2010/main" val="35143601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16194" y="319454"/>
            <a:ext cx="8938114" cy="6228948"/>
          </a:xfrm>
          <a:prstGeom prst="rect">
            <a:avLst/>
          </a:prstGeom>
        </p:spPr>
      </p:pic>
    </p:spTree>
    <p:extLst>
      <p:ext uri="{BB962C8B-B14F-4D97-AF65-F5344CB8AC3E}">
        <p14:creationId xmlns:p14="http://schemas.microsoft.com/office/powerpoint/2010/main" val="33814901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08109" y="801931"/>
            <a:ext cx="8515350" cy="5019675"/>
          </a:xfrm>
          <a:prstGeom prst="rect">
            <a:avLst/>
          </a:prstGeom>
        </p:spPr>
      </p:pic>
    </p:spTree>
    <p:extLst>
      <p:ext uri="{BB962C8B-B14F-4D97-AF65-F5344CB8AC3E}">
        <p14:creationId xmlns:p14="http://schemas.microsoft.com/office/powerpoint/2010/main" val="14422973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73306" y="206986"/>
            <a:ext cx="10601325" cy="5248275"/>
          </a:xfrm>
          <a:prstGeom prst="rect">
            <a:avLst/>
          </a:prstGeom>
        </p:spPr>
      </p:pic>
    </p:spTree>
    <p:extLst>
      <p:ext uri="{BB962C8B-B14F-4D97-AF65-F5344CB8AC3E}">
        <p14:creationId xmlns:p14="http://schemas.microsoft.com/office/powerpoint/2010/main" val="40634617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42546" y="176212"/>
            <a:ext cx="10134600" cy="4981575"/>
          </a:xfrm>
          <a:prstGeom prst="rect">
            <a:avLst/>
          </a:prstGeom>
        </p:spPr>
      </p:pic>
    </p:spTree>
    <p:extLst>
      <p:ext uri="{BB962C8B-B14F-4D97-AF65-F5344CB8AC3E}">
        <p14:creationId xmlns:p14="http://schemas.microsoft.com/office/powerpoint/2010/main" val="15544742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16156" y="322017"/>
            <a:ext cx="8582025" cy="5534025"/>
          </a:xfrm>
          <a:prstGeom prst="rect">
            <a:avLst/>
          </a:prstGeom>
        </p:spPr>
      </p:pic>
    </p:spTree>
    <p:extLst>
      <p:ext uri="{BB962C8B-B14F-4D97-AF65-F5344CB8AC3E}">
        <p14:creationId xmlns:p14="http://schemas.microsoft.com/office/powerpoint/2010/main" val="32835982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Alternative RFM Score</a:t>
            </a:r>
            <a:endParaRPr lang="en-US" dirty="0"/>
          </a:p>
        </p:txBody>
      </p:sp>
      <p:pic>
        <p:nvPicPr>
          <p:cNvPr id="3" name="Picture 2"/>
          <p:cNvPicPr>
            <a:picLocks noChangeAspect="1"/>
          </p:cNvPicPr>
          <p:nvPr/>
        </p:nvPicPr>
        <p:blipFill>
          <a:blip r:embed="rId2"/>
          <a:stretch>
            <a:fillRect/>
          </a:stretch>
        </p:blipFill>
        <p:spPr>
          <a:xfrm>
            <a:off x="838200" y="2214929"/>
            <a:ext cx="10267950" cy="3600450"/>
          </a:xfrm>
          <a:prstGeom prst="rect">
            <a:avLst/>
          </a:prstGeom>
        </p:spPr>
      </p:pic>
    </p:spTree>
    <p:extLst>
      <p:ext uri="{BB962C8B-B14F-4D97-AF65-F5344CB8AC3E}">
        <p14:creationId xmlns:p14="http://schemas.microsoft.com/office/powerpoint/2010/main" val="15186338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a:xfrm>
            <a:off x="445477" y="575287"/>
            <a:ext cx="8229600" cy="579437"/>
          </a:xfrm>
        </p:spPr>
        <p:txBody>
          <a:bodyPr>
            <a:normAutofit fontScale="90000"/>
          </a:bodyPr>
          <a:lstStyle/>
          <a:p>
            <a:r>
              <a:rPr lang="en-US" altLang="en-US" dirty="0"/>
              <a:t>RFM Method 2- Regression Method</a:t>
            </a:r>
          </a:p>
        </p:txBody>
      </p:sp>
      <p:sp>
        <p:nvSpPr>
          <p:cNvPr id="94211" name="Rectangle 3"/>
          <p:cNvSpPr>
            <a:spLocks noGrp="1" noChangeArrowheads="1"/>
          </p:cNvSpPr>
          <p:nvPr>
            <p:ph type="body" idx="1"/>
          </p:nvPr>
        </p:nvSpPr>
        <p:spPr>
          <a:xfrm>
            <a:off x="445477" y="1842233"/>
            <a:ext cx="8229600" cy="3697288"/>
          </a:xfrm>
        </p:spPr>
        <p:txBody>
          <a:bodyPr/>
          <a:lstStyle/>
          <a:p>
            <a:pPr>
              <a:lnSpc>
                <a:spcPct val="110000"/>
              </a:lnSpc>
            </a:pPr>
            <a:r>
              <a:rPr lang="en-US" altLang="en-US" sz="1800" dirty="0"/>
              <a:t>Regression techniques to compute the relative weights of the R, F, and M metrics </a:t>
            </a:r>
          </a:p>
          <a:p>
            <a:pPr>
              <a:lnSpc>
                <a:spcPct val="70000"/>
              </a:lnSpc>
            </a:pPr>
            <a:endParaRPr lang="en-US" altLang="en-US" sz="1800" dirty="0"/>
          </a:p>
          <a:p>
            <a:pPr>
              <a:lnSpc>
                <a:spcPct val="90000"/>
              </a:lnSpc>
            </a:pPr>
            <a:r>
              <a:rPr lang="en-US" altLang="en-US" sz="1800" dirty="0"/>
              <a:t>Relative weights are used to compute the cumulative points of each customer</a:t>
            </a:r>
          </a:p>
          <a:p>
            <a:pPr>
              <a:lnSpc>
                <a:spcPct val="50000"/>
              </a:lnSpc>
            </a:pPr>
            <a:endParaRPr lang="en-US" altLang="en-US" sz="1800" dirty="0"/>
          </a:p>
          <a:p>
            <a:r>
              <a:rPr lang="en-US" altLang="en-US" sz="1800" dirty="0"/>
              <a:t>The pre-computed weights for R, F and M, based on a test sample are used to assign RFM scores to each customer </a:t>
            </a:r>
          </a:p>
          <a:p>
            <a:pPr>
              <a:lnSpc>
                <a:spcPct val="70000"/>
              </a:lnSpc>
            </a:pPr>
            <a:endParaRPr lang="en-US" altLang="en-US" sz="1800" dirty="0"/>
          </a:p>
          <a:p>
            <a:pPr>
              <a:lnSpc>
                <a:spcPct val="90000"/>
              </a:lnSpc>
            </a:pPr>
            <a:r>
              <a:rPr lang="en-US" altLang="en-US" sz="1800" dirty="0"/>
              <a:t>The higher the computed score, the more profitable the customer is likely to be in the future</a:t>
            </a:r>
          </a:p>
          <a:p>
            <a:pPr>
              <a:lnSpc>
                <a:spcPct val="90000"/>
              </a:lnSpc>
              <a:buFontTx/>
              <a:buNone/>
            </a:pPr>
            <a:r>
              <a:rPr lang="en-US" altLang="en-US" sz="1800" dirty="0"/>
              <a:t> </a:t>
            </a:r>
          </a:p>
          <a:p>
            <a:pPr>
              <a:lnSpc>
                <a:spcPct val="90000"/>
              </a:lnSpc>
            </a:pPr>
            <a:r>
              <a:rPr lang="en-US" altLang="en-US" sz="1800" dirty="0"/>
              <a:t>This method is flexible and can be tailored to each business situation </a:t>
            </a:r>
          </a:p>
        </p:txBody>
      </p:sp>
    </p:spTree>
    <p:extLst>
      <p:ext uri="{BB962C8B-B14F-4D97-AF65-F5344CB8AC3E}">
        <p14:creationId xmlns:p14="http://schemas.microsoft.com/office/powerpoint/2010/main" val="14745988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545123" y="307483"/>
            <a:ext cx="8229600" cy="579438"/>
          </a:xfrm>
        </p:spPr>
        <p:txBody>
          <a:bodyPr>
            <a:normAutofit fontScale="90000"/>
          </a:bodyPr>
          <a:lstStyle/>
          <a:p>
            <a:r>
              <a:rPr lang="en-US" altLang="en-US" dirty="0" err="1"/>
              <a:t>Recency</a:t>
            </a:r>
            <a:r>
              <a:rPr lang="en-US" altLang="en-US" dirty="0"/>
              <a:t> Score</a:t>
            </a:r>
          </a:p>
        </p:txBody>
      </p:sp>
      <p:sp>
        <p:nvSpPr>
          <p:cNvPr id="26627" name="Rectangle 3"/>
          <p:cNvSpPr>
            <a:spLocks noGrp="1" noChangeArrowheads="1"/>
          </p:cNvSpPr>
          <p:nvPr>
            <p:ph type="body" idx="1"/>
          </p:nvPr>
        </p:nvSpPr>
        <p:spPr>
          <a:xfrm>
            <a:off x="545123" y="1354017"/>
            <a:ext cx="8229600" cy="1071563"/>
          </a:xfrm>
        </p:spPr>
        <p:txBody>
          <a:bodyPr>
            <a:normAutofit fontScale="92500" lnSpcReduction="20000"/>
          </a:bodyPr>
          <a:lstStyle/>
          <a:p>
            <a:pPr>
              <a:lnSpc>
                <a:spcPct val="120000"/>
              </a:lnSpc>
            </a:pPr>
            <a:r>
              <a:rPr lang="en-US" altLang="en-US" sz="1600" b="1" dirty="0"/>
              <a:t>20 if within past 2 months; 10 if within past 4 months; 05 if within past </a:t>
            </a:r>
          </a:p>
          <a:p>
            <a:pPr>
              <a:lnSpc>
                <a:spcPct val="120000"/>
              </a:lnSpc>
              <a:buFontTx/>
              <a:buNone/>
            </a:pPr>
            <a:r>
              <a:rPr lang="en-US" altLang="en-US" sz="1600" b="1" dirty="0"/>
              <a:t>	6 months; 03 if within past 9 months; 01 if within past 12 months; </a:t>
            </a:r>
          </a:p>
          <a:p>
            <a:pPr>
              <a:lnSpc>
                <a:spcPct val="120000"/>
              </a:lnSpc>
              <a:buFontTx/>
              <a:buNone/>
            </a:pPr>
            <a:r>
              <a:rPr lang="en-US" altLang="en-US" sz="1600" b="1" dirty="0"/>
              <a:t>	Relative weight = 5</a:t>
            </a:r>
            <a:endParaRPr lang="en-US" altLang="en-US" sz="1400" dirty="0"/>
          </a:p>
        </p:txBody>
      </p:sp>
      <p:sp>
        <p:nvSpPr>
          <p:cNvPr id="26629" name="AutoShape 5"/>
          <p:cNvSpPr>
            <a:spLocks noChangeAspect="1" noChangeArrowheads="1"/>
          </p:cNvSpPr>
          <p:nvPr/>
        </p:nvSpPr>
        <p:spPr bwMode="auto">
          <a:xfrm>
            <a:off x="1002323" y="2573216"/>
            <a:ext cx="7467600" cy="3810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6630" name="Group 6"/>
          <p:cNvGrpSpPr>
            <a:grpSpLocks/>
          </p:cNvGrpSpPr>
          <p:nvPr/>
        </p:nvGrpSpPr>
        <p:grpSpPr bwMode="auto">
          <a:xfrm>
            <a:off x="1007087" y="2574805"/>
            <a:ext cx="7458075" cy="3806825"/>
            <a:chOff x="0" y="0"/>
            <a:chExt cx="3928" cy="5436"/>
          </a:xfrm>
        </p:grpSpPr>
        <p:grpSp>
          <p:nvGrpSpPr>
            <p:cNvPr id="26631" name="Group 7"/>
            <p:cNvGrpSpPr>
              <a:grpSpLocks/>
            </p:cNvGrpSpPr>
            <p:nvPr/>
          </p:nvGrpSpPr>
          <p:grpSpPr bwMode="auto">
            <a:xfrm>
              <a:off x="0" y="0"/>
              <a:ext cx="780" cy="980"/>
              <a:chOff x="0" y="0"/>
              <a:chExt cx="780" cy="980"/>
            </a:xfrm>
          </p:grpSpPr>
          <p:sp>
            <p:nvSpPr>
              <p:cNvPr id="26632" name="Rectangle 8"/>
              <p:cNvSpPr>
                <a:spLocks noChangeArrowheads="1"/>
              </p:cNvSpPr>
              <p:nvPr/>
            </p:nvSpPr>
            <p:spPr bwMode="auto">
              <a:xfrm>
                <a:off x="43" y="0"/>
                <a:ext cx="694" cy="9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600" b="1">
                    <a:solidFill>
                      <a:srgbClr val="000000"/>
                    </a:solidFill>
                  </a:rPr>
                  <a:t>Customer</a:t>
                </a:r>
              </a:p>
              <a:p>
                <a:pPr algn="ctr" eaLnBrk="0" hangingPunct="0">
                  <a:lnSpc>
                    <a:spcPct val="130000"/>
                  </a:lnSpc>
                  <a:spcBef>
                    <a:spcPct val="0"/>
                  </a:spcBef>
                  <a:buClrTx/>
                  <a:buSzTx/>
                  <a:buFontTx/>
                  <a:buNone/>
                </a:pPr>
                <a:endParaRPr lang="en-US" altLang="en-US" sz="1600" b="1"/>
              </a:p>
            </p:txBody>
          </p:sp>
          <p:sp>
            <p:nvSpPr>
              <p:cNvPr id="26633" name="Rectangle 9"/>
              <p:cNvSpPr>
                <a:spLocks noChangeArrowheads="1"/>
              </p:cNvSpPr>
              <p:nvPr/>
            </p:nvSpPr>
            <p:spPr bwMode="auto">
              <a:xfrm>
                <a:off x="0" y="0"/>
                <a:ext cx="780" cy="9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634" name="Group 10"/>
            <p:cNvGrpSpPr>
              <a:grpSpLocks/>
            </p:cNvGrpSpPr>
            <p:nvPr/>
          </p:nvGrpSpPr>
          <p:grpSpPr bwMode="auto">
            <a:xfrm>
              <a:off x="780" y="0"/>
              <a:ext cx="796" cy="980"/>
              <a:chOff x="780" y="0"/>
              <a:chExt cx="796" cy="980"/>
            </a:xfrm>
          </p:grpSpPr>
          <p:sp>
            <p:nvSpPr>
              <p:cNvPr id="26635" name="Rectangle 11"/>
              <p:cNvSpPr>
                <a:spLocks noChangeArrowheads="1"/>
              </p:cNvSpPr>
              <p:nvPr/>
            </p:nvSpPr>
            <p:spPr bwMode="auto">
              <a:xfrm>
                <a:off x="823" y="0"/>
                <a:ext cx="710" cy="9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600" b="1" dirty="0">
                    <a:solidFill>
                      <a:srgbClr val="000000"/>
                    </a:solidFill>
                  </a:rPr>
                  <a:t>Purchases (Number)</a:t>
                </a:r>
              </a:p>
              <a:p>
                <a:pPr algn="ctr" eaLnBrk="0" hangingPunct="0">
                  <a:lnSpc>
                    <a:spcPct val="130000"/>
                  </a:lnSpc>
                  <a:spcBef>
                    <a:spcPct val="0"/>
                  </a:spcBef>
                  <a:buClrTx/>
                  <a:buSzTx/>
                  <a:buFontTx/>
                  <a:buNone/>
                </a:pPr>
                <a:endParaRPr lang="en-US" altLang="en-US" sz="1600" b="1" dirty="0"/>
              </a:p>
            </p:txBody>
          </p:sp>
          <p:sp>
            <p:nvSpPr>
              <p:cNvPr id="26636" name="Rectangle 12"/>
              <p:cNvSpPr>
                <a:spLocks noChangeArrowheads="1"/>
              </p:cNvSpPr>
              <p:nvPr/>
            </p:nvSpPr>
            <p:spPr bwMode="auto">
              <a:xfrm>
                <a:off x="780" y="0"/>
                <a:ext cx="796" cy="9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637" name="Group 13"/>
            <p:cNvGrpSpPr>
              <a:grpSpLocks/>
            </p:cNvGrpSpPr>
            <p:nvPr/>
          </p:nvGrpSpPr>
          <p:grpSpPr bwMode="auto">
            <a:xfrm>
              <a:off x="1576" y="0"/>
              <a:ext cx="740" cy="980"/>
              <a:chOff x="1576" y="0"/>
              <a:chExt cx="740" cy="980"/>
            </a:xfrm>
          </p:grpSpPr>
          <p:sp>
            <p:nvSpPr>
              <p:cNvPr id="26638" name="Rectangle 14"/>
              <p:cNvSpPr>
                <a:spLocks noChangeArrowheads="1"/>
              </p:cNvSpPr>
              <p:nvPr/>
            </p:nvSpPr>
            <p:spPr bwMode="auto">
              <a:xfrm>
                <a:off x="1619" y="0"/>
                <a:ext cx="654" cy="9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600" b="1">
                    <a:solidFill>
                      <a:srgbClr val="000000"/>
                    </a:solidFill>
                  </a:rPr>
                  <a:t>Recency (Months)</a:t>
                </a:r>
              </a:p>
              <a:p>
                <a:pPr algn="ctr" eaLnBrk="0" hangingPunct="0">
                  <a:lnSpc>
                    <a:spcPct val="130000"/>
                  </a:lnSpc>
                  <a:spcBef>
                    <a:spcPct val="0"/>
                  </a:spcBef>
                  <a:buClrTx/>
                  <a:buSzTx/>
                  <a:buFontTx/>
                  <a:buNone/>
                </a:pPr>
                <a:endParaRPr lang="en-US" altLang="en-US" sz="1600" b="1"/>
              </a:p>
            </p:txBody>
          </p:sp>
          <p:sp>
            <p:nvSpPr>
              <p:cNvPr id="26639" name="Rectangle 15"/>
              <p:cNvSpPr>
                <a:spLocks noChangeArrowheads="1"/>
              </p:cNvSpPr>
              <p:nvPr/>
            </p:nvSpPr>
            <p:spPr bwMode="auto">
              <a:xfrm>
                <a:off x="1576" y="0"/>
                <a:ext cx="740" cy="9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640" name="Group 16"/>
            <p:cNvGrpSpPr>
              <a:grpSpLocks/>
            </p:cNvGrpSpPr>
            <p:nvPr/>
          </p:nvGrpSpPr>
          <p:grpSpPr bwMode="auto">
            <a:xfrm>
              <a:off x="2316" y="0"/>
              <a:ext cx="725" cy="980"/>
              <a:chOff x="2316" y="0"/>
              <a:chExt cx="725" cy="980"/>
            </a:xfrm>
          </p:grpSpPr>
          <p:sp>
            <p:nvSpPr>
              <p:cNvPr id="26641" name="Rectangle 17"/>
              <p:cNvSpPr>
                <a:spLocks noChangeArrowheads="1"/>
              </p:cNvSpPr>
              <p:nvPr/>
            </p:nvSpPr>
            <p:spPr bwMode="auto">
              <a:xfrm>
                <a:off x="2359" y="0"/>
                <a:ext cx="639" cy="9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600" b="1">
                    <a:solidFill>
                      <a:srgbClr val="000000"/>
                    </a:solidFill>
                  </a:rPr>
                  <a:t>Assigned Points</a:t>
                </a:r>
              </a:p>
              <a:p>
                <a:pPr algn="ctr" eaLnBrk="0" hangingPunct="0">
                  <a:lnSpc>
                    <a:spcPct val="130000"/>
                  </a:lnSpc>
                  <a:spcBef>
                    <a:spcPct val="0"/>
                  </a:spcBef>
                  <a:buClrTx/>
                  <a:buSzTx/>
                  <a:buFontTx/>
                  <a:buNone/>
                </a:pPr>
                <a:endParaRPr lang="en-US" altLang="en-US" sz="1600" b="1"/>
              </a:p>
            </p:txBody>
          </p:sp>
          <p:sp>
            <p:nvSpPr>
              <p:cNvPr id="26642" name="Rectangle 18"/>
              <p:cNvSpPr>
                <a:spLocks noChangeArrowheads="1"/>
              </p:cNvSpPr>
              <p:nvPr/>
            </p:nvSpPr>
            <p:spPr bwMode="auto">
              <a:xfrm>
                <a:off x="2316" y="0"/>
                <a:ext cx="725" cy="9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643" name="Group 19"/>
            <p:cNvGrpSpPr>
              <a:grpSpLocks/>
            </p:cNvGrpSpPr>
            <p:nvPr/>
          </p:nvGrpSpPr>
          <p:grpSpPr bwMode="auto">
            <a:xfrm>
              <a:off x="3041" y="0"/>
              <a:ext cx="887" cy="980"/>
              <a:chOff x="3041" y="0"/>
              <a:chExt cx="887" cy="980"/>
            </a:xfrm>
          </p:grpSpPr>
          <p:sp>
            <p:nvSpPr>
              <p:cNvPr id="26644" name="Rectangle 20"/>
              <p:cNvSpPr>
                <a:spLocks noChangeArrowheads="1"/>
              </p:cNvSpPr>
              <p:nvPr/>
            </p:nvSpPr>
            <p:spPr bwMode="auto">
              <a:xfrm>
                <a:off x="3084" y="0"/>
                <a:ext cx="801" cy="9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600" b="1">
                    <a:solidFill>
                      <a:srgbClr val="000000"/>
                    </a:solidFill>
                  </a:rPr>
                  <a:t>Weighted Points</a:t>
                </a:r>
                <a:r>
                  <a:rPr lang="en-US" altLang="en-US" sz="1400" b="1">
                    <a:solidFill>
                      <a:srgbClr val="000000"/>
                    </a:solidFill>
                  </a:rPr>
                  <a:t> </a:t>
                </a:r>
              </a:p>
              <a:p>
                <a:pPr algn="ctr" eaLnBrk="0" hangingPunct="0">
                  <a:lnSpc>
                    <a:spcPct val="130000"/>
                  </a:lnSpc>
                  <a:spcBef>
                    <a:spcPct val="0"/>
                  </a:spcBef>
                  <a:buClrTx/>
                  <a:buSzTx/>
                  <a:buFontTx/>
                  <a:buNone/>
                </a:pPr>
                <a:endParaRPr lang="en-US" altLang="en-US" sz="2400" b="1"/>
              </a:p>
            </p:txBody>
          </p:sp>
          <p:sp>
            <p:nvSpPr>
              <p:cNvPr id="26645" name="Rectangle 21"/>
              <p:cNvSpPr>
                <a:spLocks noChangeArrowheads="1"/>
              </p:cNvSpPr>
              <p:nvPr/>
            </p:nvSpPr>
            <p:spPr bwMode="auto">
              <a:xfrm>
                <a:off x="3041" y="0"/>
                <a:ext cx="887" cy="9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646" name="Group 22"/>
            <p:cNvGrpSpPr>
              <a:grpSpLocks/>
            </p:cNvGrpSpPr>
            <p:nvPr/>
          </p:nvGrpSpPr>
          <p:grpSpPr bwMode="auto">
            <a:xfrm>
              <a:off x="0" y="980"/>
              <a:ext cx="780" cy="461"/>
              <a:chOff x="0" y="980"/>
              <a:chExt cx="780" cy="461"/>
            </a:xfrm>
          </p:grpSpPr>
          <p:sp>
            <p:nvSpPr>
              <p:cNvPr id="26647" name="Rectangle 23"/>
              <p:cNvSpPr>
                <a:spLocks noChangeArrowheads="1"/>
              </p:cNvSpPr>
              <p:nvPr/>
            </p:nvSpPr>
            <p:spPr bwMode="auto">
              <a:xfrm>
                <a:off x="43" y="980"/>
                <a:ext cx="69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200" b="1">
                    <a:solidFill>
                      <a:srgbClr val="000000"/>
                    </a:solidFill>
                  </a:rPr>
                  <a:t> </a:t>
                </a:r>
              </a:p>
              <a:p>
                <a:pPr algn="ctr" eaLnBrk="0" hangingPunct="0">
                  <a:lnSpc>
                    <a:spcPct val="130000"/>
                  </a:lnSpc>
                  <a:spcBef>
                    <a:spcPct val="0"/>
                  </a:spcBef>
                  <a:buClrTx/>
                  <a:buSzTx/>
                  <a:buFontTx/>
                  <a:buNone/>
                </a:pPr>
                <a:endParaRPr lang="en-US" altLang="en-US" sz="2400" b="1"/>
              </a:p>
            </p:txBody>
          </p:sp>
          <p:sp>
            <p:nvSpPr>
              <p:cNvPr id="26648" name="Rectangle 24"/>
              <p:cNvSpPr>
                <a:spLocks noChangeArrowheads="1"/>
              </p:cNvSpPr>
              <p:nvPr/>
            </p:nvSpPr>
            <p:spPr bwMode="auto">
              <a:xfrm>
                <a:off x="0" y="980"/>
                <a:ext cx="780"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649" name="Group 25"/>
            <p:cNvGrpSpPr>
              <a:grpSpLocks/>
            </p:cNvGrpSpPr>
            <p:nvPr/>
          </p:nvGrpSpPr>
          <p:grpSpPr bwMode="auto">
            <a:xfrm>
              <a:off x="780" y="980"/>
              <a:ext cx="796" cy="461"/>
              <a:chOff x="780" y="980"/>
              <a:chExt cx="796" cy="461"/>
            </a:xfrm>
          </p:grpSpPr>
          <p:sp>
            <p:nvSpPr>
              <p:cNvPr id="26650" name="Rectangle 26"/>
              <p:cNvSpPr>
                <a:spLocks noChangeArrowheads="1"/>
              </p:cNvSpPr>
              <p:nvPr/>
            </p:nvSpPr>
            <p:spPr bwMode="auto">
              <a:xfrm>
                <a:off x="823" y="980"/>
                <a:ext cx="710"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400" b="1">
                    <a:solidFill>
                      <a:srgbClr val="000000"/>
                    </a:solidFill>
                  </a:rPr>
                  <a:t>1</a:t>
                </a:r>
              </a:p>
              <a:p>
                <a:pPr algn="ctr" eaLnBrk="0" hangingPunct="0">
                  <a:lnSpc>
                    <a:spcPct val="130000"/>
                  </a:lnSpc>
                  <a:spcBef>
                    <a:spcPct val="0"/>
                  </a:spcBef>
                  <a:buClrTx/>
                  <a:buSzTx/>
                  <a:buFontTx/>
                  <a:buNone/>
                </a:pPr>
                <a:endParaRPr lang="en-US" altLang="en-US" sz="1400" b="1"/>
              </a:p>
            </p:txBody>
          </p:sp>
          <p:sp>
            <p:nvSpPr>
              <p:cNvPr id="26651" name="Rectangle 27"/>
              <p:cNvSpPr>
                <a:spLocks noChangeArrowheads="1"/>
              </p:cNvSpPr>
              <p:nvPr/>
            </p:nvSpPr>
            <p:spPr bwMode="auto">
              <a:xfrm>
                <a:off x="780" y="980"/>
                <a:ext cx="796"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652" name="Group 28"/>
            <p:cNvGrpSpPr>
              <a:grpSpLocks/>
            </p:cNvGrpSpPr>
            <p:nvPr/>
          </p:nvGrpSpPr>
          <p:grpSpPr bwMode="auto">
            <a:xfrm>
              <a:off x="1576" y="980"/>
              <a:ext cx="740" cy="461"/>
              <a:chOff x="1576" y="980"/>
              <a:chExt cx="740" cy="461"/>
            </a:xfrm>
          </p:grpSpPr>
          <p:sp>
            <p:nvSpPr>
              <p:cNvPr id="26653" name="Rectangle 29"/>
              <p:cNvSpPr>
                <a:spLocks noChangeArrowheads="1"/>
              </p:cNvSpPr>
              <p:nvPr/>
            </p:nvSpPr>
            <p:spPr bwMode="auto">
              <a:xfrm>
                <a:off x="1619" y="980"/>
                <a:ext cx="65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400" b="1">
                    <a:solidFill>
                      <a:srgbClr val="000000"/>
                    </a:solidFill>
                  </a:rPr>
                  <a:t>2</a:t>
                </a:r>
              </a:p>
              <a:p>
                <a:pPr algn="ctr" eaLnBrk="0" hangingPunct="0">
                  <a:lnSpc>
                    <a:spcPct val="130000"/>
                  </a:lnSpc>
                  <a:spcBef>
                    <a:spcPct val="0"/>
                  </a:spcBef>
                  <a:buClrTx/>
                  <a:buSzTx/>
                  <a:buFontTx/>
                  <a:buNone/>
                </a:pPr>
                <a:endParaRPr lang="en-US" altLang="en-US" sz="2400" b="1"/>
              </a:p>
            </p:txBody>
          </p:sp>
          <p:sp>
            <p:nvSpPr>
              <p:cNvPr id="26654" name="Rectangle 30"/>
              <p:cNvSpPr>
                <a:spLocks noChangeArrowheads="1"/>
              </p:cNvSpPr>
              <p:nvPr/>
            </p:nvSpPr>
            <p:spPr bwMode="auto">
              <a:xfrm>
                <a:off x="1576" y="980"/>
                <a:ext cx="740"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655" name="Group 31"/>
            <p:cNvGrpSpPr>
              <a:grpSpLocks/>
            </p:cNvGrpSpPr>
            <p:nvPr/>
          </p:nvGrpSpPr>
          <p:grpSpPr bwMode="auto">
            <a:xfrm>
              <a:off x="2316" y="980"/>
              <a:ext cx="725" cy="461"/>
              <a:chOff x="2316" y="980"/>
              <a:chExt cx="725" cy="461"/>
            </a:xfrm>
          </p:grpSpPr>
          <p:sp>
            <p:nvSpPr>
              <p:cNvPr id="26656" name="Rectangle 32"/>
              <p:cNvSpPr>
                <a:spLocks noChangeArrowheads="1"/>
              </p:cNvSpPr>
              <p:nvPr/>
            </p:nvSpPr>
            <p:spPr bwMode="auto">
              <a:xfrm>
                <a:off x="2359" y="980"/>
                <a:ext cx="639"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400" b="1">
                    <a:solidFill>
                      <a:srgbClr val="000000"/>
                    </a:solidFill>
                  </a:rPr>
                  <a:t>20</a:t>
                </a:r>
              </a:p>
              <a:p>
                <a:pPr algn="ctr" eaLnBrk="0" hangingPunct="0">
                  <a:lnSpc>
                    <a:spcPct val="130000"/>
                  </a:lnSpc>
                  <a:spcBef>
                    <a:spcPct val="0"/>
                  </a:spcBef>
                  <a:buClrTx/>
                  <a:buSzTx/>
                  <a:buFontTx/>
                  <a:buNone/>
                </a:pPr>
                <a:endParaRPr lang="en-US" altLang="en-US" sz="2400" b="1"/>
              </a:p>
            </p:txBody>
          </p:sp>
          <p:sp>
            <p:nvSpPr>
              <p:cNvPr id="26657" name="Rectangle 33"/>
              <p:cNvSpPr>
                <a:spLocks noChangeArrowheads="1"/>
              </p:cNvSpPr>
              <p:nvPr/>
            </p:nvSpPr>
            <p:spPr bwMode="auto">
              <a:xfrm>
                <a:off x="2316" y="980"/>
                <a:ext cx="725"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658" name="Group 34"/>
            <p:cNvGrpSpPr>
              <a:grpSpLocks/>
            </p:cNvGrpSpPr>
            <p:nvPr/>
          </p:nvGrpSpPr>
          <p:grpSpPr bwMode="auto">
            <a:xfrm>
              <a:off x="3041" y="980"/>
              <a:ext cx="887" cy="461"/>
              <a:chOff x="3041" y="980"/>
              <a:chExt cx="887" cy="461"/>
            </a:xfrm>
          </p:grpSpPr>
          <p:sp>
            <p:nvSpPr>
              <p:cNvPr id="26659" name="Rectangle 35"/>
              <p:cNvSpPr>
                <a:spLocks noChangeArrowheads="1"/>
              </p:cNvSpPr>
              <p:nvPr/>
            </p:nvSpPr>
            <p:spPr bwMode="auto">
              <a:xfrm>
                <a:off x="3084" y="980"/>
                <a:ext cx="801"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400" b="1">
                    <a:solidFill>
                      <a:srgbClr val="000000"/>
                    </a:solidFill>
                  </a:rPr>
                  <a:t>100</a:t>
                </a:r>
              </a:p>
              <a:p>
                <a:pPr algn="ctr" eaLnBrk="0" hangingPunct="0">
                  <a:lnSpc>
                    <a:spcPct val="130000"/>
                  </a:lnSpc>
                  <a:spcBef>
                    <a:spcPct val="0"/>
                  </a:spcBef>
                  <a:buClrTx/>
                  <a:buSzTx/>
                  <a:buFontTx/>
                  <a:buNone/>
                </a:pPr>
                <a:endParaRPr lang="en-US" altLang="en-US" sz="2400" b="1"/>
              </a:p>
            </p:txBody>
          </p:sp>
          <p:sp>
            <p:nvSpPr>
              <p:cNvPr id="26660" name="Rectangle 36"/>
              <p:cNvSpPr>
                <a:spLocks noChangeArrowheads="1"/>
              </p:cNvSpPr>
              <p:nvPr/>
            </p:nvSpPr>
            <p:spPr bwMode="auto">
              <a:xfrm>
                <a:off x="3041" y="980"/>
                <a:ext cx="887"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661" name="Group 37"/>
            <p:cNvGrpSpPr>
              <a:grpSpLocks/>
            </p:cNvGrpSpPr>
            <p:nvPr/>
          </p:nvGrpSpPr>
          <p:grpSpPr bwMode="auto">
            <a:xfrm>
              <a:off x="0" y="1441"/>
              <a:ext cx="780" cy="461"/>
              <a:chOff x="0" y="1441"/>
              <a:chExt cx="780" cy="461"/>
            </a:xfrm>
          </p:grpSpPr>
          <p:sp>
            <p:nvSpPr>
              <p:cNvPr id="26662" name="Rectangle 38"/>
              <p:cNvSpPr>
                <a:spLocks noChangeArrowheads="1"/>
              </p:cNvSpPr>
              <p:nvPr/>
            </p:nvSpPr>
            <p:spPr bwMode="auto">
              <a:xfrm>
                <a:off x="43" y="1441"/>
                <a:ext cx="69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600" b="1">
                    <a:solidFill>
                      <a:srgbClr val="000000"/>
                    </a:solidFill>
                  </a:rPr>
                  <a:t>JOHN</a:t>
                </a:r>
              </a:p>
              <a:p>
                <a:pPr algn="ctr" eaLnBrk="0" hangingPunct="0">
                  <a:lnSpc>
                    <a:spcPct val="130000"/>
                  </a:lnSpc>
                  <a:spcBef>
                    <a:spcPct val="0"/>
                  </a:spcBef>
                  <a:buClrTx/>
                  <a:buSzTx/>
                  <a:buFontTx/>
                  <a:buNone/>
                </a:pPr>
                <a:endParaRPr lang="en-US" altLang="en-US" sz="1600" b="1"/>
              </a:p>
            </p:txBody>
          </p:sp>
          <p:sp>
            <p:nvSpPr>
              <p:cNvPr id="26663" name="Rectangle 39"/>
              <p:cNvSpPr>
                <a:spLocks noChangeArrowheads="1"/>
              </p:cNvSpPr>
              <p:nvPr/>
            </p:nvSpPr>
            <p:spPr bwMode="auto">
              <a:xfrm>
                <a:off x="0" y="1441"/>
                <a:ext cx="780"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664" name="Group 40"/>
            <p:cNvGrpSpPr>
              <a:grpSpLocks/>
            </p:cNvGrpSpPr>
            <p:nvPr/>
          </p:nvGrpSpPr>
          <p:grpSpPr bwMode="auto">
            <a:xfrm>
              <a:off x="780" y="1441"/>
              <a:ext cx="796" cy="461"/>
              <a:chOff x="780" y="1441"/>
              <a:chExt cx="796" cy="461"/>
            </a:xfrm>
          </p:grpSpPr>
          <p:sp>
            <p:nvSpPr>
              <p:cNvPr id="26665" name="Rectangle 41"/>
              <p:cNvSpPr>
                <a:spLocks noChangeArrowheads="1"/>
              </p:cNvSpPr>
              <p:nvPr/>
            </p:nvSpPr>
            <p:spPr bwMode="auto">
              <a:xfrm>
                <a:off x="823" y="1441"/>
                <a:ext cx="710"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400" b="1">
                    <a:solidFill>
                      <a:srgbClr val="000000"/>
                    </a:solidFill>
                  </a:rPr>
                  <a:t>2</a:t>
                </a:r>
              </a:p>
              <a:p>
                <a:pPr algn="ctr" eaLnBrk="0" hangingPunct="0">
                  <a:lnSpc>
                    <a:spcPct val="130000"/>
                  </a:lnSpc>
                  <a:spcBef>
                    <a:spcPct val="0"/>
                  </a:spcBef>
                  <a:buClrTx/>
                  <a:buSzTx/>
                  <a:buFontTx/>
                  <a:buNone/>
                </a:pPr>
                <a:endParaRPr lang="en-US" altLang="en-US" sz="2400" b="1"/>
              </a:p>
            </p:txBody>
          </p:sp>
          <p:sp>
            <p:nvSpPr>
              <p:cNvPr id="26666" name="Rectangle 42"/>
              <p:cNvSpPr>
                <a:spLocks noChangeArrowheads="1"/>
              </p:cNvSpPr>
              <p:nvPr/>
            </p:nvSpPr>
            <p:spPr bwMode="auto">
              <a:xfrm>
                <a:off x="780" y="1441"/>
                <a:ext cx="796"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pPr algn="ctr" eaLnBrk="0" hangingPunct="0">
                  <a:lnSpc>
                    <a:spcPct val="100000"/>
                  </a:lnSpc>
                  <a:spcBef>
                    <a:spcPct val="0"/>
                  </a:spcBef>
                  <a:buClrTx/>
                  <a:buSzTx/>
                  <a:buFontTx/>
                  <a:buNone/>
                </a:pPr>
                <a:endParaRPr lang="en-US" altLang="en-US" sz="2000" b="1"/>
              </a:p>
            </p:txBody>
          </p:sp>
        </p:grpSp>
        <p:grpSp>
          <p:nvGrpSpPr>
            <p:cNvPr id="26667" name="Group 43"/>
            <p:cNvGrpSpPr>
              <a:grpSpLocks/>
            </p:cNvGrpSpPr>
            <p:nvPr/>
          </p:nvGrpSpPr>
          <p:grpSpPr bwMode="auto">
            <a:xfrm>
              <a:off x="1576" y="1441"/>
              <a:ext cx="740" cy="461"/>
              <a:chOff x="1576" y="1441"/>
              <a:chExt cx="740" cy="461"/>
            </a:xfrm>
          </p:grpSpPr>
          <p:sp>
            <p:nvSpPr>
              <p:cNvPr id="26668" name="Rectangle 44"/>
              <p:cNvSpPr>
                <a:spLocks noChangeArrowheads="1"/>
              </p:cNvSpPr>
              <p:nvPr/>
            </p:nvSpPr>
            <p:spPr bwMode="auto">
              <a:xfrm>
                <a:off x="1619" y="1441"/>
                <a:ext cx="65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400" b="1">
                    <a:solidFill>
                      <a:srgbClr val="000000"/>
                    </a:solidFill>
                  </a:rPr>
                  <a:t>4</a:t>
                </a:r>
              </a:p>
              <a:p>
                <a:pPr algn="ctr" eaLnBrk="0" hangingPunct="0">
                  <a:lnSpc>
                    <a:spcPct val="130000"/>
                  </a:lnSpc>
                  <a:spcBef>
                    <a:spcPct val="0"/>
                  </a:spcBef>
                  <a:buClrTx/>
                  <a:buSzTx/>
                  <a:buFontTx/>
                  <a:buNone/>
                </a:pPr>
                <a:endParaRPr lang="en-US" altLang="en-US" sz="2400" b="1"/>
              </a:p>
            </p:txBody>
          </p:sp>
          <p:sp>
            <p:nvSpPr>
              <p:cNvPr id="26669" name="Rectangle 45"/>
              <p:cNvSpPr>
                <a:spLocks noChangeArrowheads="1"/>
              </p:cNvSpPr>
              <p:nvPr/>
            </p:nvSpPr>
            <p:spPr bwMode="auto">
              <a:xfrm>
                <a:off x="1576" y="1441"/>
                <a:ext cx="740"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670" name="Group 46"/>
            <p:cNvGrpSpPr>
              <a:grpSpLocks/>
            </p:cNvGrpSpPr>
            <p:nvPr/>
          </p:nvGrpSpPr>
          <p:grpSpPr bwMode="auto">
            <a:xfrm>
              <a:off x="2316" y="1441"/>
              <a:ext cx="725" cy="461"/>
              <a:chOff x="2316" y="1441"/>
              <a:chExt cx="725" cy="461"/>
            </a:xfrm>
          </p:grpSpPr>
          <p:sp>
            <p:nvSpPr>
              <p:cNvPr id="26671" name="Rectangle 47"/>
              <p:cNvSpPr>
                <a:spLocks noChangeArrowheads="1"/>
              </p:cNvSpPr>
              <p:nvPr/>
            </p:nvSpPr>
            <p:spPr bwMode="auto">
              <a:xfrm>
                <a:off x="2359" y="1441"/>
                <a:ext cx="639"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400" b="1">
                    <a:solidFill>
                      <a:srgbClr val="000000"/>
                    </a:solidFill>
                  </a:rPr>
                  <a:t>10</a:t>
                </a:r>
              </a:p>
              <a:p>
                <a:pPr algn="ctr" eaLnBrk="0" hangingPunct="0">
                  <a:lnSpc>
                    <a:spcPct val="130000"/>
                  </a:lnSpc>
                  <a:spcBef>
                    <a:spcPct val="0"/>
                  </a:spcBef>
                  <a:buClrTx/>
                  <a:buSzTx/>
                  <a:buFontTx/>
                  <a:buNone/>
                </a:pPr>
                <a:endParaRPr lang="en-US" altLang="en-US" sz="2400" b="1"/>
              </a:p>
            </p:txBody>
          </p:sp>
          <p:sp>
            <p:nvSpPr>
              <p:cNvPr id="26672" name="Rectangle 48"/>
              <p:cNvSpPr>
                <a:spLocks noChangeArrowheads="1"/>
              </p:cNvSpPr>
              <p:nvPr/>
            </p:nvSpPr>
            <p:spPr bwMode="auto">
              <a:xfrm>
                <a:off x="2316" y="1441"/>
                <a:ext cx="725"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673" name="Group 49"/>
            <p:cNvGrpSpPr>
              <a:grpSpLocks/>
            </p:cNvGrpSpPr>
            <p:nvPr/>
          </p:nvGrpSpPr>
          <p:grpSpPr bwMode="auto">
            <a:xfrm>
              <a:off x="3041" y="1441"/>
              <a:ext cx="887" cy="461"/>
              <a:chOff x="3041" y="1441"/>
              <a:chExt cx="887" cy="461"/>
            </a:xfrm>
          </p:grpSpPr>
          <p:sp>
            <p:nvSpPr>
              <p:cNvPr id="26674" name="Rectangle 50"/>
              <p:cNvSpPr>
                <a:spLocks noChangeArrowheads="1"/>
              </p:cNvSpPr>
              <p:nvPr/>
            </p:nvSpPr>
            <p:spPr bwMode="auto">
              <a:xfrm>
                <a:off x="3084" y="1441"/>
                <a:ext cx="801"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400" b="1">
                    <a:solidFill>
                      <a:srgbClr val="000000"/>
                    </a:solidFill>
                  </a:rPr>
                  <a:t>50</a:t>
                </a:r>
              </a:p>
              <a:p>
                <a:pPr algn="ctr" eaLnBrk="0" hangingPunct="0">
                  <a:lnSpc>
                    <a:spcPct val="130000"/>
                  </a:lnSpc>
                  <a:spcBef>
                    <a:spcPct val="0"/>
                  </a:spcBef>
                  <a:buClrTx/>
                  <a:buSzTx/>
                  <a:buFontTx/>
                  <a:buNone/>
                </a:pPr>
                <a:endParaRPr lang="en-US" altLang="en-US" sz="2400" b="1"/>
              </a:p>
            </p:txBody>
          </p:sp>
          <p:sp>
            <p:nvSpPr>
              <p:cNvPr id="26675" name="Rectangle 51"/>
              <p:cNvSpPr>
                <a:spLocks noChangeArrowheads="1"/>
              </p:cNvSpPr>
              <p:nvPr/>
            </p:nvSpPr>
            <p:spPr bwMode="auto">
              <a:xfrm>
                <a:off x="3041" y="1441"/>
                <a:ext cx="887"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676" name="Group 52"/>
            <p:cNvGrpSpPr>
              <a:grpSpLocks/>
            </p:cNvGrpSpPr>
            <p:nvPr/>
          </p:nvGrpSpPr>
          <p:grpSpPr bwMode="auto">
            <a:xfrm>
              <a:off x="0" y="1902"/>
              <a:ext cx="780" cy="461"/>
              <a:chOff x="0" y="1902"/>
              <a:chExt cx="780" cy="461"/>
            </a:xfrm>
          </p:grpSpPr>
          <p:sp>
            <p:nvSpPr>
              <p:cNvPr id="26677" name="Rectangle 53"/>
              <p:cNvSpPr>
                <a:spLocks noChangeArrowheads="1"/>
              </p:cNvSpPr>
              <p:nvPr/>
            </p:nvSpPr>
            <p:spPr bwMode="auto">
              <a:xfrm>
                <a:off x="43" y="1902"/>
                <a:ext cx="69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200" b="1">
                    <a:solidFill>
                      <a:srgbClr val="000000"/>
                    </a:solidFill>
                  </a:rPr>
                  <a:t> </a:t>
                </a:r>
              </a:p>
              <a:p>
                <a:pPr algn="ctr" eaLnBrk="0" hangingPunct="0">
                  <a:lnSpc>
                    <a:spcPct val="130000"/>
                  </a:lnSpc>
                  <a:spcBef>
                    <a:spcPct val="0"/>
                  </a:spcBef>
                  <a:buClrTx/>
                  <a:buSzTx/>
                  <a:buFontTx/>
                  <a:buNone/>
                </a:pPr>
                <a:endParaRPr lang="en-US" altLang="en-US" sz="2400" b="1"/>
              </a:p>
            </p:txBody>
          </p:sp>
          <p:sp>
            <p:nvSpPr>
              <p:cNvPr id="26678" name="Rectangle 54"/>
              <p:cNvSpPr>
                <a:spLocks noChangeArrowheads="1"/>
              </p:cNvSpPr>
              <p:nvPr/>
            </p:nvSpPr>
            <p:spPr bwMode="auto">
              <a:xfrm>
                <a:off x="0" y="1902"/>
                <a:ext cx="780"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679" name="Group 55"/>
            <p:cNvGrpSpPr>
              <a:grpSpLocks/>
            </p:cNvGrpSpPr>
            <p:nvPr/>
          </p:nvGrpSpPr>
          <p:grpSpPr bwMode="auto">
            <a:xfrm>
              <a:off x="780" y="1902"/>
              <a:ext cx="796" cy="461"/>
              <a:chOff x="780" y="1902"/>
              <a:chExt cx="796" cy="461"/>
            </a:xfrm>
          </p:grpSpPr>
          <p:sp>
            <p:nvSpPr>
              <p:cNvPr id="26680" name="Rectangle 56"/>
              <p:cNvSpPr>
                <a:spLocks noChangeArrowheads="1"/>
              </p:cNvSpPr>
              <p:nvPr/>
            </p:nvSpPr>
            <p:spPr bwMode="auto">
              <a:xfrm>
                <a:off x="823" y="1902"/>
                <a:ext cx="710"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400" b="1">
                    <a:solidFill>
                      <a:srgbClr val="000000"/>
                    </a:solidFill>
                  </a:rPr>
                  <a:t>3</a:t>
                </a:r>
              </a:p>
              <a:p>
                <a:pPr algn="ctr" eaLnBrk="0" hangingPunct="0">
                  <a:lnSpc>
                    <a:spcPct val="130000"/>
                  </a:lnSpc>
                  <a:spcBef>
                    <a:spcPct val="0"/>
                  </a:spcBef>
                  <a:buClrTx/>
                  <a:buSzTx/>
                  <a:buFontTx/>
                  <a:buNone/>
                </a:pPr>
                <a:endParaRPr lang="en-US" altLang="en-US" sz="2400" b="1"/>
              </a:p>
            </p:txBody>
          </p:sp>
          <p:sp>
            <p:nvSpPr>
              <p:cNvPr id="26681" name="Rectangle 57"/>
              <p:cNvSpPr>
                <a:spLocks noChangeArrowheads="1"/>
              </p:cNvSpPr>
              <p:nvPr/>
            </p:nvSpPr>
            <p:spPr bwMode="auto">
              <a:xfrm>
                <a:off x="780" y="1902"/>
                <a:ext cx="796"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682" name="Group 58"/>
            <p:cNvGrpSpPr>
              <a:grpSpLocks/>
            </p:cNvGrpSpPr>
            <p:nvPr/>
          </p:nvGrpSpPr>
          <p:grpSpPr bwMode="auto">
            <a:xfrm>
              <a:off x="1576" y="1902"/>
              <a:ext cx="740" cy="461"/>
              <a:chOff x="1576" y="1902"/>
              <a:chExt cx="740" cy="461"/>
            </a:xfrm>
          </p:grpSpPr>
          <p:sp>
            <p:nvSpPr>
              <p:cNvPr id="26683" name="Rectangle 59"/>
              <p:cNvSpPr>
                <a:spLocks noChangeArrowheads="1"/>
              </p:cNvSpPr>
              <p:nvPr/>
            </p:nvSpPr>
            <p:spPr bwMode="auto">
              <a:xfrm>
                <a:off x="1619" y="1902"/>
                <a:ext cx="65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400" b="1">
                    <a:solidFill>
                      <a:srgbClr val="000000"/>
                    </a:solidFill>
                  </a:rPr>
                  <a:t>9</a:t>
                </a:r>
              </a:p>
              <a:p>
                <a:pPr algn="ctr" eaLnBrk="0" hangingPunct="0">
                  <a:lnSpc>
                    <a:spcPct val="130000"/>
                  </a:lnSpc>
                  <a:spcBef>
                    <a:spcPct val="0"/>
                  </a:spcBef>
                  <a:buClrTx/>
                  <a:buSzTx/>
                  <a:buFontTx/>
                  <a:buNone/>
                </a:pPr>
                <a:endParaRPr lang="en-US" altLang="en-US" sz="2400" b="1"/>
              </a:p>
            </p:txBody>
          </p:sp>
          <p:sp>
            <p:nvSpPr>
              <p:cNvPr id="26684" name="Rectangle 60"/>
              <p:cNvSpPr>
                <a:spLocks noChangeArrowheads="1"/>
              </p:cNvSpPr>
              <p:nvPr/>
            </p:nvSpPr>
            <p:spPr bwMode="auto">
              <a:xfrm>
                <a:off x="1576" y="1902"/>
                <a:ext cx="740"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685" name="Group 61"/>
            <p:cNvGrpSpPr>
              <a:grpSpLocks/>
            </p:cNvGrpSpPr>
            <p:nvPr/>
          </p:nvGrpSpPr>
          <p:grpSpPr bwMode="auto">
            <a:xfrm>
              <a:off x="2316" y="1902"/>
              <a:ext cx="725" cy="461"/>
              <a:chOff x="2316" y="1902"/>
              <a:chExt cx="725" cy="461"/>
            </a:xfrm>
          </p:grpSpPr>
          <p:sp>
            <p:nvSpPr>
              <p:cNvPr id="26686" name="Rectangle 62"/>
              <p:cNvSpPr>
                <a:spLocks noChangeArrowheads="1"/>
              </p:cNvSpPr>
              <p:nvPr/>
            </p:nvSpPr>
            <p:spPr bwMode="auto">
              <a:xfrm>
                <a:off x="2359" y="1902"/>
                <a:ext cx="639"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400" b="1">
                    <a:solidFill>
                      <a:srgbClr val="000000"/>
                    </a:solidFill>
                  </a:rPr>
                  <a:t>3</a:t>
                </a:r>
              </a:p>
              <a:p>
                <a:pPr algn="ctr" eaLnBrk="0" hangingPunct="0">
                  <a:lnSpc>
                    <a:spcPct val="130000"/>
                  </a:lnSpc>
                  <a:spcBef>
                    <a:spcPct val="0"/>
                  </a:spcBef>
                  <a:buClrTx/>
                  <a:buSzTx/>
                  <a:buFontTx/>
                  <a:buNone/>
                </a:pPr>
                <a:endParaRPr lang="en-US" altLang="en-US" sz="2400" b="1"/>
              </a:p>
            </p:txBody>
          </p:sp>
          <p:sp>
            <p:nvSpPr>
              <p:cNvPr id="26687" name="Rectangle 63"/>
              <p:cNvSpPr>
                <a:spLocks noChangeArrowheads="1"/>
              </p:cNvSpPr>
              <p:nvPr/>
            </p:nvSpPr>
            <p:spPr bwMode="auto">
              <a:xfrm>
                <a:off x="2316" y="1902"/>
                <a:ext cx="725"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688" name="Group 64"/>
            <p:cNvGrpSpPr>
              <a:grpSpLocks/>
            </p:cNvGrpSpPr>
            <p:nvPr/>
          </p:nvGrpSpPr>
          <p:grpSpPr bwMode="auto">
            <a:xfrm>
              <a:off x="3041" y="1902"/>
              <a:ext cx="887" cy="461"/>
              <a:chOff x="3041" y="1902"/>
              <a:chExt cx="887" cy="461"/>
            </a:xfrm>
          </p:grpSpPr>
          <p:sp>
            <p:nvSpPr>
              <p:cNvPr id="26689" name="Rectangle 65"/>
              <p:cNvSpPr>
                <a:spLocks noChangeArrowheads="1"/>
              </p:cNvSpPr>
              <p:nvPr/>
            </p:nvSpPr>
            <p:spPr bwMode="auto">
              <a:xfrm>
                <a:off x="3084" y="1902"/>
                <a:ext cx="801"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400" b="1">
                    <a:solidFill>
                      <a:srgbClr val="000000"/>
                    </a:solidFill>
                  </a:rPr>
                  <a:t>15</a:t>
                </a:r>
              </a:p>
              <a:p>
                <a:pPr algn="ctr" eaLnBrk="0" hangingPunct="0">
                  <a:lnSpc>
                    <a:spcPct val="130000"/>
                  </a:lnSpc>
                  <a:spcBef>
                    <a:spcPct val="0"/>
                  </a:spcBef>
                  <a:buClrTx/>
                  <a:buSzTx/>
                  <a:buFontTx/>
                  <a:buNone/>
                </a:pPr>
                <a:endParaRPr lang="en-US" altLang="en-US" sz="2400" b="1"/>
              </a:p>
            </p:txBody>
          </p:sp>
          <p:sp>
            <p:nvSpPr>
              <p:cNvPr id="26690" name="Rectangle 66"/>
              <p:cNvSpPr>
                <a:spLocks noChangeArrowheads="1"/>
              </p:cNvSpPr>
              <p:nvPr/>
            </p:nvSpPr>
            <p:spPr bwMode="auto">
              <a:xfrm>
                <a:off x="3041" y="1902"/>
                <a:ext cx="887"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691" name="Group 67"/>
            <p:cNvGrpSpPr>
              <a:grpSpLocks/>
            </p:cNvGrpSpPr>
            <p:nvPr/>
          </p:nvGrpSpPr>
          <p:grpSpPr bwMode="auto">
            <a:xfrm>
              <a:off x="0" y="2363"/>
              <a:ext cx="780" cy="384"/>
              <a:chOff x="0" y="2363"/>
              <a:chExt cx="780" cy="384"/>
            </a:xfrm>
          </p:grpSpPr>
          <p:sp>
            <p:nvSpPr>
              <p:cNvPr id="26692" name="Rectangle 68"/>
              <p:cNvSpPr>
                <a:spLocks noChangeArrowheads="1"/>
              </p:cNvSpPr>
              <p:nvPr/>
            </p:nvSpPr>
            <p:spPr bwMode="auto">
              <a:xfrm>
                <a:off x="43" y="2363"/>
                <a:ext cx="694"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200" b="1">
                    <a:solidFill>
                      <a:srgbClr val="000000"/>
                    </a:solidFill>
                  </a:rPr>
                  <a:t> </a:t>
                </a:r>
              </a:p>
              <a:p>
                <a:pPr algn="ctr" eaLnBrk="0" hangingPunct="0">
                  <a:lnSpc>
                    <a:spcPct val="130000"/>
                  </a:lnSpc>
                  <a:spcBef>
                    <a:spcPct val="0"/>
                  </a:spcBef>
                  <a:buClrTx/>
                  <a:buSzTx/>
                  <a:buFontTx/>
                  <a:buNone/>
                </a:pPr>
                <a:endParaRPr lang="en-US" altLang="en-US" sz="2400" b="1"/>
              </a:p>
            </p:txBody>
          </p:sp>
          <p:sp>
            <p:nvSpPr>
              <p:cNvPr id="26693" name="Rectangle 69"/>
              <p:cNvSpPr>
                <a:spLocks noChangeArrowheads="1"/>
              </p:cNvSpPr>
              <p:nvPr/>
            </p:nvSpPr>
            <p:spPr bwMode="auto">
              <a:xfrm>
                <a:off x="0" y="2363"/>
                <a:ext cx="780"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694" name="Group 70"/>
            <p:cNvGrpSpPr>
              <a:grpSpLocks/>
            </p:cNvGrpSpPr>
            <p:nvPr/>
          </p:nvGrpSpPr>
          <p:grpSpPr bwMode="auto">
            <a:xfrm>
              <a:off x="780" y="2363"/>
              <a:ext cx="796" cy="384"/>
              <a:chOff x="780" y="2363"/>
              <a:chExt cx="796" cy="384"/>
            </a:xfrm>
          </p:grpSpPr>
          <p:sp>
            <p:nvSpPr>
              <p:cNvPr id="26695" name="Rectangle 71"/>
              <p:cNvSpPr>
                <a:spLocks noChangeArrowheads="1"/>
              </p:cNvSpPr>
              <p:nvPr/>
            </p:nvSpPr>
            <p:spPr bwMode="auto">
              <a:xfrm>
                <a:off x="823" y="2363"/>
                <a:ext cx="710"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200" b="1">
                    <a:solidFill>
                      <a:srgbClr val="000000"/>
                    </a:solidFill>
                  </a:rPr>
                  <a:t> </a:t>
                </a:r>
              </a:p>
              <a:p>
                <a:pPr algn="ctr" eaLnBrk="0" hangingPunct="0">
                  <a:lnSpc>
                    <a:spcPct val="130000"/>
                  </a:lnSpc>
                  <a:spcBef>
                    <a:spcPct val="0"/>
                  </a:spcBef>
                  <a:buClrTx/>
                  <a:buSzTx/>
                  <a:buFontTx/>
                  <a:buNone/>
                </a:pPr>
                <a:endParaRPr lang="en-US" altLang="en-US" sz="2400" b="1"/>
              </a:p>
            </p:txBody>
          </p:sp>
          <p:sp>
            <p:nvSpPr>
              <p:cNvPr id="26696" name="Rectangle 72"/>
              <p:cNvSpPr>
                <a:spLocks noChangeArrowheads="1"/>
              </p:cNvSpPr>
              <p:nvPr/>
            </p:nvSpPr>
            <p:spPr bwMode="auto">
              <a:xfrm>
                <a:off x="780" y="2363"/>
                <a:ext cx="796"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697" name="Group 73"/>
            <p:cNvGrpSpPr>
              <a:grpSpLocks/>
            </p:cNvGrpSpPr>
            <p:nvPr/>
          </p:nvGrpSpPr>
          <p:grpSpPr bwMode="auto">
            <a:xfrm>
              <a:off x="1576" y="2363"/>
              <a:ext cx="740" cy="384"/>
              <a:chOff x="1576" y="2363"/>
              <a:chExt cx="740" cy="384"/>
            </a:xfrm>
          </p:grpSpPr>
          <p:sp>
            <p:nvSpPr>
              <p:cNvPr id="26698" name="Rectangle 74"/>
              <p:cNvSpPr>
                <a:spLocks noChangeArrowheads="1"/>
              </p:cNvSpPr>
              <p:nvPr/>
            </p:nvSpPr>
            <p:spPr bwMode="auto">
              <a:xfrm>
                <a:off x="1619" y="2363"/>
                <a:ext cx="654"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200" b="1">
                    <a:solidFill>
                      <a:srgbClr val="000000"/>
                    </a:solidFill>
                  </a:rPr>
                  <a:t> </a:t>
                </a:r>
              </a:p>
              <a:p>
                <a:pPr algn="ctr" eaLnBrk="0" hangingPunct="0">
                  <a:lnSpc>
                    <a:spcPct val="130000"/>
                  </a:lnSpc>
                  <a:spcBef>
                    <a:spcPct val="0"/>
                  </a:spcBef>
                  <a:buClrTx/>
                  <a:buSzTx/>
                  <a:buFontTx/>
                  <a:buNone/>
                </a:pPr>
                <a:endParaRPr lang="en-US" altLang="en-US" sz="2400" b="1"/>
              </a:p>
            </p:txBody>
          </p:sp>
          <p:sp>
            <p:nvSpPr>
              <p:cNvPr id="26699" name="Rectangle 75"/>
              <p:cNvSpPr>
                <a:spLocks noChangeArrowheads="1"/>
              </p:cNvSpPr>
              <p:nvPr/>
            </p:nvSpPr>
            <p:spPr bwMode="auto">
              <a:xfrm>
                <a:off x="1576" y="2363"/>
                <a:ext cx="740"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700" name="Group 76"/>
            <p:cNvGrpSpPr>
              <a:grpSpLocks/>
            </p:cNvGrpSpPr>
            <p:nvPr/>
          </p:nvGrpSpPr>
          <p:grpSpPr bwMode="auto">
            <a:xfrm>
              <a:off x="2316" y="2363"/>
              <a:ext cx="725" cy="384"/>
              <a:chOff x="2316" y="2363"/>
              <a:chExt cx="725" cy="384"/>
            </a:xfrm>
          </p:grpSpPr>
          <p:sp>
            <p:nvSpPr>
              <p:cNvPr id="26701" name="Rectangle 77"/>
              <p:cNvSpPr>
                <a:spLocks noChangeArrowheads="1"/>
              </p:cNvSpPr>
              <p:nvPr/>
            </p:nvSpPr>
            <p:spPr bwMode="auto">
              <a:xfrm>
                <a:off x="2359" y="2363"/>
                <a:ext cx="639"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200" b="1">
                    <a:solidFill>
                      <a:srgbClr val="000000"/>
                    </a:solidFill>
                  </a:rPr>
                  <a:t> </a:t>
                </a:r>
              </a:p>
              <a:p>
                <a:pPr algn="ctr" eaLnBrk="0" hangingPunct="0">
                  <a:lnSpc>
                    <a:spcPct val="130000"/>
                  </a:lnSpc>
                  <a:spcBef>
                    <a:spcPct val="0"/>
                  </a:spcBef>
                  <a:buClrTx/>
                  <a:buSzTx/>
                  <a:buFontTx/>
                  <a:buNone/>
                </a:pPr>
                <a:endParaRPr lang="en-US" altLang="en-US" sz="2400" b="1"/>
              </a:p>
            </p:txBody>
          </p:sp>
          <p:sp>
            <p:nvSpPr>
              <p:cNvPr id="26702" name="Rectangle 78"/>
              <p:cNvSpPr>
                <a:spLocks noChangeArrowheads="1"/>
              </p:cNvSpPr>
              <p:nvPr/>
            </p:nvSpPr>
            <p:spPr bwMode="auto">
              <a:xfrm>
                <a:off x="2316" y="2363"/>
                <a:ext cx="725"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703" name="Group 79"/>
            <p:cNvGrpSpPr>
              <a:grpSpLocks/>
            </p:cNvGrpSpPr>
            <p:nvPr/>
          </p:nvGrpSpPr>
          <p:grpSpPr bwMode="auto">
            <a:xfrm>
              <a:off x="3041" y="2363"/>
              <a:ext cx="887" cy="384"/>
              <a:chOff x="3041" y="2363"/>
              <a:chExt cx="887" cy="384"/>
            </a:xfrm>
          </p:grpSpPr>
          <p:sp>
            <p:nvSpPr>
              <p:cNvPr id="26704" name="Rectangle 80"/>
              <p:cNvSpPr>
                <a:spLocks noChangeArrowheads="1"/>
              </p:cNvSpPr>
              <p:nvPr/>
            </p:nvSpPr>
            <p:spPr bwMode="auto">
              <a:xfrm>
                <a:off x="3084" y="2363"/>
                <a:ext cx="801"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200" b="1">
                    <a:solidFill>
                      <a:srgbClr val="000000"/>
                    </a:solidFill>
                  </a:rPr>
                  <a:t> </a:t>
                </a:r>
              </a:p>
              <a:p>
                <a:pPr algn="ctr" eaLnBrk="0" hangingPunct="0">
                  <a:lnSpc>
                    <a:spcPct val="130000"/>
                  </a:lnSpc>
                  <a:spcBef>
                    <a:spcPct val="0"/>
                  </a:spcBef>
                  <a:buClrTx/>
                  <a:buSzTx/>
                  <a:buFontTx/>
                  <a:buNone/>
                </a:pPr>
                <a:endParaRPr lang="en-US" altLang="en-US" sz="2400" b="1"/>
              </a:p>
            </p:txBody>
          </p:sp>
          <p:sp>
            <p:nvSpPr>
              <p:cNvPr id="26705" name="Rectangle 81"/>
              <p:cNvSpPr>
                <a:spLocks noChangeArrowheads="1"/>
              </p:cNvSpPr>
              <p:nvPr/>
            </p:nvSpPr>
            <p:spPr bwMode="auto">
              <a:xfrm>
                <a:off x="3041" y="2363"/>
                <a:ext cx="887"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706" name="Group 82"/>
            <p:cNvGrpSpPr>
              <a:grpSpLocks/>
            </p:cNvGrpSpPr>
            <p:nvPr/>
          </p:nvGrpSpPr>
          <p:grpSpPr bwMode="auto">
            <a:xfrm>
              <a:off x="0" y="2747"/>
              <a:ext cx="780" cy="461"/>
              <a:chOff x="0" y="2747"/>
              <a:chExt cx="780" cy="461"/>
            </a:xfrm>
          </p:grpSpPr>
          <p:sp>
            <p:nvSpPr>
              <p:cNvPr id="26707" name="Rectangle 83"/>
              <p:cNvSpPr>
                <a:spLocks noChangeArrowheads="1"/>
              </p:cNvSpPr>
              <p:nvPr/>
            </p:nvSpPr>
            <p:spPr bwMode="auto">
              <a:xfrm>
                <a:off x="43" y="2747"/>
                <a:ext cx="69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10000"/>
                  </a:lnSpc>
                  <a:spcBef>
                    <a:spcPct val="0"/>
                  </a:spcBef>
                  <a:buClrTx/>
                  <a:buSzTx/>
                  <a:buFontTx/>
                  <a:buNone/>
                </a:pPr>
                <a:r>
                  <a:rPr lang="en-US" altLang="en-US" sz="1600" b="1">
                    <a:solidFill>
                      <a:srgbClr val="000000"/>
                    </a:solidFill>
                  </a:rPr>
                  <a:t>SMITH</a:t>
                </a:r>
              </a:p>
              <a:p>
                <a:pPr algn="ctr" eaLnBrk="0" hangingPunct="0">
                  <a:lnSpc>
                    <a:spcPct val="130000"/>
                  </a:lnSpc>
                  <a:spcBef>
                    <a:spcPct val="0"/>
                  </a:spcBef>
                  <a:buClrTx/>
                  <a:buSzTx/>
                  <a:buFontTx/>
                  <a:buNone/>
                </a:pPr>
                <a:endParaRPr lang="en-US" altLang="en-US" sz="1600" b="1"/>
              </a:p>
            </p:txBody>
          </p:sp>
          <p:sp>
            <p:nvSpPr>
              <p:cNvPr id="26708" name="Rectangle 84"/>
              <p:cNvSpPr>
                <a:spLocks noChangeArrowheads="1"/>
              </p:cNvSpPr>
              <p:nvPr/>
            </p:nvSpPr>
            <p:spPr bwMode="auto">
              <a:xfrm>
                <a:off x="0" y="2747"/>
                <a:ext cx="780"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709" name="Group 85"/>
            <p:cNvGrpSpPr>
              <a:grpSpLocks/>
            </p:cNvGrpSpPr>
            <p:nvPr/>
          </p:nvGrpSpPr>
          <p:grpSpPr bwMode="auto">
            <a:xfrm>
              <a:off x="780" y="2747"/>
              <a:ext cx="796" cy="461"/>
              <a:chOff x="780" y="2747"/>
              <a:chExt cx="796" cy="461"/>
            </a:xfrm>
          </p:grpSpPr>
          <p:sp>
            <p:nvSpPr>
              <p:cNvPr id="26710" name="Rectangle 86"/>
              <p:cNvSpPr>
                <a:spLocks noChangeArrowheads="1"/>
              </p:cNvSpPr>
              <p:nvPr/>
            </p:nvSpPr>
            <p:spPr bwMode="auto">
              <a:xfrm>
                <a:off x="823" y="2747"/>
                <a:ext cx="710"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400" b="1">
                    <a:solidFill>
                      <a:srgbClr val="000000"/>
                    </a:solidFill>
                  </a:rPr>
                  <a:t>1</a:t>
                </a:r>
              </a:p>
              <a:p>
                <a:pPr algn="ctr" eaLnBrk="0" hangingPunct="0">
                  <a:lnSpc>
                    <a:spcPct val="130000"/>
                  </a:lnSpc>
                  <a:spcBef>
                    <a:spcPct val="0"/>
                  </a:spcBef>
                  <a:buClrTx/>
                  <a:buSzTx/>
                  <a:buFontTx/>
                  <a:buNone/>
                </a:pPr>
                <a:endParaRPr lang="en-US" altLang="en-US" sz="2400" b="1"/>
              </a:p>
            </p:txBody>
          </p:sp>
          <p:sp>
            <p:nvSpPr>
              <p:cNvPr id="26711" name="Rectangle 87"/>
              <p:cNvSpPr>
                <a:spLocks noChangeArrowheads="1"/>
              </p:cNvSpPr>
              <p:nvPr/>
            </p:nvSpPr>
            <p:spPr bwMode="auto">
              <a:xfrm>
                <a:off x="780" y="2747"/>
                <a:ext cx="796"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712" name="Group 88"/>
            <p:cNvGrpSpPr>
              <a:grpSpLocks/>
            </p:cNvGrpSpPr>
            <p:nvPr/>
          </p:nvGrpSpPr>
          <p:grpSpPr bwMode="auto">
            <a:xfrm>
              <a:off x="1576" y="2747"/>
              <a:ext cx="740" cy="461"/>
              <a:chOff x="1576" y="2747"/>
              <a:chExt cx="740" cy="461"/>
            </a:xfrm>
          </p:grpSpPr>
          <p:sp>
            <p:nvSpPr>
              <p:cNvPr id="26713" name="Rectangle 89"/>
              <p:cNvSpPr>
                <a:spLocks noChangeArrowheads="1"/>
              </p:cNvSpPr>
              <p:nvPr/>
            </p:nvSpPr>
            <p:spPr bwMode="auto">
              <a:xfrm>
                <a:off x="1619" y="2747"/>
                <a:ext cx="65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400" b="1">
                    <a:solidFill>
                      <a:srgbClr val="000000"/>
                    </a:solidFill>
                  </a:rPr>
                  <a:t>6</a:t>
                </a:r>
              </a:p>
              <a:p>
                <a:pPr algn="ctr" eaLnBrk="0" hangingPunct="0">
                  <a:lnSpc>
                    <a:spcPct val="130000"/>
                  </a:lnSpc>
                  <a:spcBef>
                    <a:spcPct val="0"/>
                  </a:spcBef>
                  <a:buClrTx/>
                  <a:buSzTx/>
                  <a:buFontTx/>
                  <a:buNone/>
                </a:pPr>
                <a:endParaRPr lang="en-US" altLang="en-US" sz="2400" b="1"/>
              </a:p>
            </p:txBody>
          </p:sp>
          <p:sp>
            <p:nvSpPr>
              <p:cNvPr id="26714" name="Rectangle 90"/>
              <p:cNvSpPr>
                <a:spLocks noChangeArrowheads="1"/>
              </p:cNvSpPr>
              <p:nvPr/>
            </p:nvSpPr>
            <p:spPr bwMode="auto">
              <a:xfrm>
                <a:off x="1576" y="2747"/>
                <a:ext cx="740"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715" name="Group 91"/>
            <p:cNvGrpSpPr>
              <a:grpSpLocks/>
            </p:cNvGrpSpPr>
            <p:nvPr/>
          </p:nvGrpSpPr>
          <p:grpSpPr bwMode="auto">
            <a:xfrm>
              <a:off x="2316" y="2747"/>
              <a:ext cx="725" cy="461"/>
              <a:chOff x="2316" y="2747"/>
              <a:chExt cx="725" cy="461"/>
            </a:xfrm>
          </p:grpSpPr>
          <p:sp>
            <p:nvSpPr>
              <p:cNvPr id="26716" name="Rectangle 92"/>
              <p:cNvSpPr>
                <a:spLocks noChangeArrowheads="1"/>
              </p:cNvSpPr>
              <p:nvPr/>
            </p:nvSpPr>
            <p:spPr bwMode="auto">
              <a:xfrm>
                <a:off x="2359" y="2747"/>
                <a:ext cx="639"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400" b="1">
                    <a:solidFill>
                      <a:srgbClr val="000000"/>
                    </a:solidFill>
                  </a:rPr>
                  <a:t>5</a:t>
                </a:r>
              </a:p>
              <a:p>
                <a:pPr algn="ctr" eaLnBrk="0" hangingPunct="0">
                  <a:lnSpc>
                    <a:spcPct val="130000"/>
                  </a:lnSpc>
                  <a:spcBef>
                    <a:spcPct val="0"/>
                  </a:spcBef>
                  <a:buClrTx/>
                  <a:buSzTx/>
                  <a:buFontTx/>
                  <a:buNone/>
                </a:pPr>
                <a:endParaRPr lang="en-US" altLang="en-US" sz="2400" b="1"/>
              </a:p>
            </p:txBody>
          </p:sp>
          <p:sp>
            <p:nvSpPr>
              <p:cNvPr id="26717" name="Rectangle 93"/>
              <p:cNvSpPr>
                <a:spLocks noChangeArrowheads="1"/>
              </p:cNvSpPr>
              <p:nvPr/>
            </p:nvSpPr>
            <p:spPr bwMode="auto">
              <a:xfrm>
                <a:off x="2316" y="2747"/>
                <a:ext cx="725"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718" name="Group 94"/>
            <p:cNvGrpSpPr>
              <a:grpSpLocks/>
            </p:cNvGrpSpPr>
            <p:nvPr/>
          </p:nvGrpSpPr>
          <p:grpSpPr bwMode="auto">
            <a:xfrm>
              <a:off x="3041" y="2747"/>
              <a:ext cx="887" cy="461"/>
              <a:chOff x="3041" y="2747"/>
              <a:chExt cx="887" cy="461"/>
            </a:xfrm>
          </p:grpSpPr>
          <p:sp>
            <p:nvSpPr>
              <p:cNvPr id="26719" name="Rectangle 95"/>
              <p:cNvSpPr>
                <a:spLocks noChangeArrowheads="1"/>
              </p:cNvSpPr>
              <p:nvPr/>
            </p:nvSpPr>
            <p:spPr bwMode="auto">
              <a:xfrm>
                <a:off x="3084" y="2747"/>
                <a:ext cx="801"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400" b="1">
                    <a:solidFill>
                      <a:srgbClr val="000000"/>
                    </a:solidFill>
                  </a:rPr>
                  <a:t>25</a:t>
                </a:r>
              </a:p>
              <a:p>
                <a:pPr algn="ctr" eaLnBrk="0" hangingPunct="0">
                  <a:lnSpc>
                    <a:spcPct val="130000"/>
                  </a:lnSpc>
                  <a:spcBef>
                    <a:spcPct val="0"/>
                  </a:spcBef>
                  <a:buClrTx/>
                  <a:buSzTx/>
                  <a:buFontTx/>
                  <a:buNone/>
                </a:pPr>
                <a:endParaRPr lang="en-US" altLang="en-US" sz="2400" b="1"/>
              </a:p>
            </p:txBody>
          </p:sp>
          <p:sp>
            <p:nvSpPr>
              <p:cNvPr id="26720" name="Rectangle 96"/>
              <p:cNvSpPr>
                <a:spLocks noChangeArrowheads="1"/>
              </p:cNvSpPr>
              <p:nvPr/>
            </p:nvSpPr>
            <p:spPr bwMode="auto">
              <a:xfrm>
                <a:off x="3041" y="2747"/>
                <a:ext cx="887"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721" name="Group 97"/>
            <p:cNvGrpSpPr>
              <a:grpSpLocks/>
            </p:cNvGrpSpPr>
            <p:nvPr/>
          </p:nvGrpSpPr>
          <p:grpSpPr bwMode="auto">
            <a:xfrm>
              <a:off x="0" y="3208"/>
              <a:ext cx="780" cy="384"/>
              <a:chOff x="0" y="3208"/>
              <a:chExt cx="780" cy="384"/>
            </a:xfrm>
          </p:grpSpPr>
          <p:sp>
            <p:nvSpPr>
              <p:cNvPr id="26722" name="Rectangle 98"/>
              <p:cNvSpPr>
                <a:spLocks noChangeArrowheads="1"/>
              </p:cNvSpPr>
              <p:nvPr/>
            </p:nvSpPr>
            <p:spPr bwMode="auto">
              <a:xfrm>
                <a:off x="43" y="3208"/>
                <a:ext cx="694"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200" b="1">
                    <a:solidFill>
                      <a:srgbClr val="000000"/>
                    </a:solidFill>
                  </a:rPr>
                  <a:t> </a:t>
                </a:r>
              </a:p>
              <a:p>
                <a:pPr algn="ctr" eaLnBrk="0" hangingPunct="0">
                  <a:lnSpc>
                    <a:spcPct val="130000"/>
                  </a:lnSpc>
                  <a:spcBef>
                    <a:spcPct val="0"/>
                  </a:spcBef>
                  <a:buClrTx/>
                  <a:buSzTx/>
                  <a:buFontTx/>
                  <a:buNone/>
                </a:pPr>
                <a:endParaRPr lang="en-US" altLang="en-US" sz="2400" b="1"/>
              </a:p>
            </p:txBody>
          </p:sp>
          <p:sp>
            <p:nvSpPr>
              <p:cNvPr id="26723" name="Rectangle 99"/>
              <p:cNvSpPr>
                <a:spLocks noChangeArrowheads="1"/>
              </p:cNvSpPr>
              <p:nvPr/>
            </p:nvSpPr>
            <p:spPr bwMode="auto">
              <a:xfrm>
                <a:off x="0" y="3208"/>
                <a:ext cx="780"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724" name="Group 100"/>
            <p:cNvGrpSpPr>
              <a:grpSpLocks/>
            </p:cNvGrpSpPr>
            <p:nvPr/>
          </p:nvGrpSpPr>
          <p:grpSpPr bwMode="auto">
            <a:xfrm>
              <a:off x="780" y="3208"/>
              <a:ext cx="796" cy="384"/>
              <a:chOff x="780" y="3208"/>
              <a:chExt cx="796" cy="384"/>
            </a:xfrm>
          </p:grpSpPr>
          <p:sp>
            <p:nvSpPr>
              <p:cNvPr id="26725" name="Rectangle 101"/>
              <p:cNvSpPr>
                <a:spLocks noChangeArrowheads="1"/>
              </p:cNvSpPr>
              <p:nvPr/>
            </p:nvSpPr>
            <p:spPr bwMode="auto">
              <a:xfrm>
                <a:off x="823" y="3208"/>
                <a:ext cx="710"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200" b="1">
                    <a:solidFill>
                      <a:srgbClr val="000000"/>
                    </a:solidFill>
                  </a:rPr>
                  <a:t> </a:t>
                </a:r>
              </a:p>
              <a:p>
                <a:pPr algn="ctr" eaLnBrk="0" hangingPunct="0">
                  <a:lnSpc>
                    <a:spcPct val="130000"/>
                  </a:lnSpc>
                  <a:spcBef>
                    <a:spcPct val="0"/>
                  </a:spcBef>
                  <a:buClrTx/>
                  <a:buSzTx/>
                  <a:buFontTx/>
                  <a:buNone/>
                </a:pPr>
                <a:endParaRPr lang="en-US" altLang="en-US" sz="2400" b="1"/>
              </a:p>
            </p:txBody>
          </p:sp>
          <p:sp>
            <p:nvSpPr>
              <p:cNvPr id="26726" name="Rectangle 102"/>
              <p:cNvSpPr>
                <a:spLocks noChangeArrowheads="1"/>
              </p:cNvSpPr>
              <p:nvPr/>
            </p:nvSpPr>
            <p:spPr bwMode="auto">
              <a:xfrm>
                <a:off x="780" y="3208"/>
                <a:ext cx="796"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727" name="Group 103"/>
            <p:cNvGrpSpPr>
              <a:grpSpLocks/>
            </p:cNvGrpSpPr>
            <p:nvPr/>
          </p:nvGrpSpPr>
          <p:grpSpPr bwMode="auto">
            <a:xfrm>
              <a:off x="1576" y="3208"/>
              <a:ext cx="740" cy="384"/>
              <a:chOff x="1576" y="3208"/>
              <a:chExt cx="740" cy="384"/>
            </a:xfrm>
          </p:grpSpPr>
          <p:sp>
            <p:nvSpPr>
              <p:cNvPr id="26728" name="Rectangle 104"/>
              <p:cNvSpPr>
                <a:spLocks noChangeArrowheads="1"/>
              </p:cNvSpPr>
              <p:nvPr/>
            </p:nvSpPr>
            <p:spPr bwMode="auto">
              <a:xfrm>
                <a:off x="1619" y="3208"/>
                <a:ext cx="654"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200" b="1">
                    <a:solidFill>
                      <a:srgbClr val="000000"/>
                    </a:solidFill>
                  </a:rPr>
                  <a:t> </a:t>
                </a:r>
              </a:p>
              <a:p>
                <a:pPr algn="ctr" eaLnBrk="0" hangingPunct="0">
                  <a:lnSpc>
                    <a:spcPct val="130000"/>
                  </a:lnSpc>
                  <a:spcBef>
                    <a:spcPct val="0"/>
                  </a:spcBef>
                  <a:buClrTx/>
                  <a:buSzTx/>
                  <a:buFontTx/>
                  <a:buNone/>
                </a:pPr>
                <a:endParaRPr lang="en-US" altLang="en-US" sz="2400" b="1"/>
              </a:p>
            </p:txBody>
          </p:sp>
          <p:sp>
            <p:nvSpPr>
              <p:cNvPr id="26729" name="Rectangle 105"/>
              <p:cNvSpPr>
                <a:spLocks noChangeArrowheads="1"/>
              </p:cNvSpPr>
              <p:nvPr/>
            </p:nvSpPr>
            <p:spPr bwMode="auto">
              <a:xfrm>
                <a:off x="1576" y="3208"/>
                <a:ext cx="740"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730" name="Group 106"/>
            <p:cNvGrpSpPr>
              <a:grpSpLocks/>
            </p:cNvGrpSpPr>
            <p:nvPr/>
          </p:nvGrpSpPr>
          <p:grpSpPr bwMode="auto">
            <a:xfrm>
              <a:off x="2316" y="3208"/>
              <a:ext cx="725" cy="384"/>
              <a:chOff x="2316" y="3208"/>
              <a:chExt cx="725" cy="384"/>
            </a:xfrm>
          </p:grpSpPr>
          <p:sp>
            <p:nvSpPr>
              <p:cNvPr id="26731" name="Rectangle 107"/>
              <p:cNvSpPr>
                <a:spLocks noChangeArrowheads="1"/>
              </p:cNvSpPr>
              <p:nvPr/>
            </p:nvSpPr>
            <p:spPr bwMode="auto">
              <a:xfrm>
                <a:off x="2359" y="3208"/>
                <a:ext cx="639"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200" b="1">
                    <a:solidFill>
                      <a:srgbClr val="000000"/>
                    </a:solidFill>
                  </a:rPr>
                  <a:t> </a:t>
                </a:r>
              </a:p>
              <a:p>
                <a:pPr algn="ctr" eaLnBrk="0" hangingPunct="0">
                  <a:lnSpc>
                    <a:spcPct val="130000"/>
                  </a:lnSpc>
                  <a:spcBef>
                    <a:spcPct val="0"/>
                  </a:spcBef>
                  <a:buClrTx/>
                  <a:buSzTx/>
                  <a:buFontTx/>
                  <a:buNone/>
                </a:pPr>
                <a:endParaRPr lang="en-US" altLang="en-US" sz="2400" b="1"/>
              </a:p>
            </p:txBody>
          </p:sp>
          <p:sp>
            <p:nvSpPr>
              <p:cNvPr id="26732" name="Rectangle 108"/>
              <p:cNvSpPr>
                <a:spLocks noChangeArrowheads="1"/>
              </p:cNvSpPr>
              <p:nvPr/>
            </p:nvSpPr>
            <p:spPr bwMode="auto">
              <a:xfrm>
                <a:off x="2316" y="3208"/>
                <a:ext cx="725"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733" name="Group 109"/>
            <p:cNvGrpSpPr>
              <a:grpSpLocks/>
            </p:cNvGrpSpPr>
            <p:nvPr/>
          </p:nvGrpSpPr>
          <p:grpSpPr bwMode="auto">
            <a:xfrm>
              <a:off x="3041" y="3208"/>
              <a:ext cx="887" cy="384"/>
              <a:chOff x="3041" y="3208"/>
              <a:chExt cx="887" cy="384"/>
            </a:xfrm>
          </p:grpSpPr>
          <p:sp>
            <p:nvSpPr>
              <p:cNvPr id="26734" name="Rectangle 110"/>
              <p:cNvSpPr>
                <a:spLocks noChangeArrowheads="1"/>
              </p:cNvSpPr>
              <p:nvPr/>
            </p:nvSpPr>
            <p:spPr bwMode="auto">
              <a:xfrm>
                <a:off x="3084" y="3208"/>
                <a:ext cx="801"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200" b="1">
                    <a:solidFill>
                      <a:srgbClr val="000000"/>
                    </a:solidFill>
                  </a:rPr>
                  <a:t> </a:t>
                </a:r>
              </a:p>
              <a:p>
                <a:pPr algn="ctr" eaLnBrk="0" hangingPunct="0">
                  <a:lnSpc>
                    <a:spcPct val="130000"/>
                  </a:lnSpc>
                  <a:spcBef>
                    <a:spcPct val="0"/>
                  </a:spcBef>
                  <a:buClrTx/>
                  <a:buSzTx/>
                  <a:buFontTx/>
                  <a:buNone/>
                </a:pPr>
                <a:endParaRPr lang="en-US" altLang="en-US" sz="2400" b="1"/>
              </a:p>
            </p:txBody>
          </p:sp>
          <p:sp>
            <p:nvSpPr>
              <p:cNvPr id="26735" name="Rectangle 111"/>
              <p:cNvSpPr>
                <a:spLocks noChangeArrowheads="1"/>
              </p:cNvSpPr>
              <p:nvPr/>
            </p:nvSpPr>
            <p:spPr bwMode="auto">
              <a:xfrm>
                <a:off x="3041" y="3208"/>
                <a:ext cx="887"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736" name="Group 112"/>
            <p:cNvGrpSpPr>
              <a:grpSpLocks/>
            </p:cNvGrpSpPr>
            <p:nvPr/>
          </p:nvGrpSpPr>
          <p:grpSpPr bwMode="auto">
            <a:xfrm>
              <a:off x="0" y="3592"/>
              <a:ext cx="780" cy="461"/>
              <a:chOff x="0" y="3592"/>
              <a:chExt cx="780" cy="461"/>
            </a:xfrm>
          </p:grpSpPr>
          <p:sp>
            <p:nvSpPr>
              <p:cNvPr id="26737" name="Rectangle 113"/>
              <p:cNvSpPr>
                <a:spLocks noChangeArrowheads="1"/>
              </p:cNvSpPr>
              <p:nvPr/>
            </p:nvSpPr>
            <p:spPr bwMode="auto">
              <a:xfrm>
                <a:off x="43" y="3592"/>
                <a:ext cx="69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200" b="1">
                    <a:solidFill>
                      <a:srgbClr val="000000"/>
                    </a:solidFill>
                  </a:rPr>
                  <a:t> </a:t>
                </a:r>
              </a:p>
              <a:p>
                <a:pPr algn="ctr" eaLnBrk="0" hangingPunct="0">
                  <a:lnSpc>
                    <a:spcPct val="130000"/>
                  </a:lnSpc>
                  <a:spcBef>
                    <a:spcPct val="0"/>
                  </a:spcBef>
                  <a:buClrTx/>
                  <a:buSzTx/>
                  <a:buFontTx/>
                  <a:buNone/>
                </a:pPr>
                <a:endParaRPr lang="en-US" altLang="en-US" sz="2400" b="1"/>
              </a:p>
            </p:txBody>
          </p:sp>
          <p:sp>
            <p:nvSpPr>
              <p:cNvPr id="26738" name="Rectangle 114"/>
              <p:cNvSpPr>
                <a:spLocks noChangeArrowheads="1"/>
              </p:cNvSpPr>
              <p:nvPr/>
            </p:nvSpPr>
            <p:spPr bwMode="auto">
              <a:xfrm>
                <a:off x="0" y="3592"/>
                <a:ext cx="780"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739" name="Group 115"/>
            <p:cNvGrpSpPr>
              <a:grpSpLocks/>
            </p:cNvGrpSpPr>
            <p:nvPr/>
          </p:nvGrpSpPr>
          <p:grpSpPr bwMode="auto">
            <a:xfrm>
              <a:off x="780" y="3592"/>
              <a:ext cx="796" cy="461"/>
              <a:chOff x="780" y="3592"/>
              <a:chExt cx="796" cy="461"/>
            </a:xfrm>
          </p:grpSpPr>
          <p:sp>
            <p:nvSpPr>
              <p:cNvPr id="26740" name="Rectangle 116"/>
              <p:cNvSpPr>
                <a:spLocks noChangeArrowheads="1"/>
              </p:cNvSpPr>
              <p:nvPr/>
            </p:nvSpPr>
            <p:spPr bwMode="auto">
              <a:xfrm>
                <a:off x="823" y="3592"/>
                <a:ext cx="710"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400" b="1">
                    <a:solidFill>
                      <a:srgbClr val="000000"/>
                    </a:solidFill>
                  </a:rPr>
                  <a:t>1</a:t>
                </a:r>
              </a:p>
              <a:p>
                <a:pPr algn="ctr" eaLnBrk="0" hangingPunct="0">
                  <a:lnSpc>
                    <a:spcPct val="130000"/>
                  </a:lnSpc>
                  <a:spcBef>
                    <a:spcPct val="0"/>
                  </a:spcBef>
                  <a:buClrTx/>
                  <a:buSzTx/>
                  <a:buFontTx/>
                  <a:buNone/>
                </a:pPr>
                <a:endParaRPr lang="en-US" altLang="en-US" sz="2400" b="1"/>
              </a:p>
            </p:txBody>
          </p:sp>
          <p:sp>
            <p:nvSpPr>
              <p:cNvPr id="26741" name="Rectangle 117"/>
              <p:cNvSpPr>
                <a:spLocks noChangeArrowheads="1"/>
              </p:cNvSpPr>
              <p:nvPr/>
            </p:nvSpPr>
            <p:spPr bwMode="auto">
              <a:xfrm>
                <a:off x="780" y="3592"/>
                <a:ext cx="796"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742" name="Group 118"/>
            <p:cNvGrpSpPr>
              <a:grpSpLocks/>
            </p:cNvGrpSpPr>
            <p:nvPr/>
          </p:nvGrpSpPr>
          <p:grpSpPr bwMode="auto">
            <a:xfrm>
              <a:off x="1576" y="3592"/>
              <a:ext cx="740" cy="461"/>
              <a:chOff x="1576" y="3592"/>
              <a:chExt cx="740" cy="461"/>
            </a:xfrm>
          </p:grpSpPr>
          <p:sp>
            <p:nvSpPr>
              <p:cNvPr id="26743" name="Rectangle 119"/>
              <p:cNvSpPr>
                <a:spLocks noChangeArrowheads="1"/>
              </p:cNvSpPr>
              <p:nvPr/>
            </p:nvSpPr>
            <p:spPr bwMode="auto">
              <a:xfrm>
                <a:off x="1619" y="3592"/>
                <a:ext cx="65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400" b="1">
                    <a:solidFill>
                      <a:srgbClr val="000000"/>
                    </a:solidFill>
                  </a:rPr>
                  <a:t>2</a:t>
                </a:r>
              </a:p>
              <a:p>
                <a:pPr algn="ctr" eaLnBrk="0" hangingPunct="0">
                  <a:lnSpc>
                    <a:spcPct val="130000"/>
                  </a:lnSpc>
                  <a:spcBef>
                    <a:spcPct val="0"/>
                  </a:spcBef>
                  <a:buClrTx/>
                  <a:buSzTx/>
                  <a:buFontTx/>
                  <a:buNone/>
                </a:pPr>
                <a:endParaRPr lang="en-US" altLang="en-US" sz="2400" b="1"/>
              </a:p>
            </p:txBody>
          </p:sp>
          <p:sp>
            <p:nvSpPr>
              <p:cNvPr id="26744" name="Rectangle 120"/>
              <p:cNvSpPr>
                <a:spLocks noChangeArrowheads="1"/>
              </p:cNvSpPr>
              <p:nvPr/>
            </p:nvSpPr>
            <p:spPr bwMode="auto">
              <a:xfrm>
                <a:off x="1576" y="3592"/>
                <a:ext cx="740"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lvl1pPr marL="469900" indent="-469900">
                  <a:spcBef>
                    <a:spcPct val="0"/>
                  </a:spcBef>
                  <a:defRPr>
                    <a:solidFill>
                      <a:schemeClr val="tx1"/>
                    </a:solidFill>
                    <a:latin typeface="Arial" panose="020B0604020202020204" pitchFamily="34" charset="0"/>
                  </a:defRPr>
                </a:lvl1pPr>
                <a:lvl2pPr>
                  <a:spcBef>
                    <a:spcPct val="0"/>
                  </a:spcBef>
                  <a:defRPr>
                    <a:solidFill>
                      <a:schemeClr val="tx1"/>
                    </a:solidFill>
                    <a:latin typeface="Arial" panose="020B0604020202020204" pitchFamily="34" charset="0"/>
                  </a:defRPr>
                </a:lvl2pPr>
                <a:lvl3pPr>
                  <a:spcBef>
                    <a:spcPct val="0"/>
                  </a:spcBef>
                  <a:defRPr>
                    <a:solidFill>
                      <a:schemeClr val="tx1"/>
                    </a:solidFill>
                    <a:latin typeface="Arial" panose="020B0604020202020204" pitchFamily="34" charset="0"/>
                  </a:defRPr>
                </a:lvl3pPr>
                <a:lvl4pPr>
                  <a:spcBef>
                    <a:spcPct val="0"/>
                  </a:spcBef>
                  <a:defRPr>
                    <a:solidFill>
                      <a:schemeClr val="tx1"/>
                    </a:solidFill>
                    <a:latin typeface="Arial" panose="020B0604020202020204" pitchFamily="34" charset="0"/>
                  </a:defRPr>
                </a:lvl4pPr>
                <a:lvl5pPr>
                  <a:spcBef>
                    <a:spcPct val="0"/>
                  </a:spcBef>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spcBef>
                    <a:spcPct val="20000"/>
                  </a:spcBef>
                </a:pPr>
                <a:endParaRPr lang="en-US" altLang="en-US" sz="3600" b="1">
                  <a:solidFill>
                    <a:srgbClr val="0F095D"/>
                  </a:solidFill>
                  <a:latin typeface="Times New Roman" panose="02020603050405020304" pitchFamily="18" charset="0"/>
                </a:endParaRPr>
              </a:p>
            </p:txBody>
          </p:sp>
        </p:grpSp>
        <p:grpSp>
          <p:nvGrpSpPr>
            <p:cNvPr id="26745" name="Group 121"/>
            <p:cNvGrpSpPr>
              <a:grpSpLocks/>
            </p:cNvGrpSpPr>
            <p:nvPr/>
          </p:nvGrpSpPr>
          <p:grpSpPr bwMode="auto">
            <a:xfrm>
              <a:off x="2316" y="3592"/>
              <a:ext cx="725" cy="461"/>
              <a:chOff x="2316" y="3592"/>
              <a:chExt cx="725" cy="461"/>
            </a:xfrm>
          </p:grpSpPr>
          <p:sp>
            <p:nvSpPr>
              <p:cNvPr id="26746" name="Rectangle 122"/>
              <p:cNvSpPr>
                <a:spLocks noChangeArrowheads="1"/>
              </p:cNvSpPr>
              <p:nvPr/>
            </p:nvSpPr>
            <p:spPr bwMode="auto">
              <a:xfrm>
                <a:off x="2359" y="3592"/>
                <a:ext cx="639"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400" b="1">
                    <a:solidFill>
                      <a:srgbClr val="000000"/>
                    </a:solidFill>
                  </a:rPr>
                  <a:t>20</a:t>
                </a:r>
              </a:p>
              <a:p>
                <a:pPr algn="ctr" eaLnBrk="0" hangingPunct="0">
                  <a:lnSpc>
                    <a:spcPct val="130000"/>
                  </a:lnSpc>
                  <a:spcBef>
                    <a:spcPct val="0"/>
                  </a:spcBef>
                  <a:buClrTx/>
                  <a:buSzTx/>
                  <a:buFontTx/>
                  <a:buNone/>
                </a:pPr>
                <a:endParaRPr lang="en-US" altLang="en-US" sz="2400" b="1"/>
              </a:p>
            </p:txBody>
          </p:sp>
          <p:sp>
            <p:nvSpPr>
              <p:cNvPr id="26747" name="Rectangle 123"/>
              <p:cNvSpPr>
                <a:spLocks noChangeArrowheads="1"/>
              </p:cNvSpPr>
              <p:nvPr/>
            </p:nvSpPr>
            <p:spPr bwMode="auto">
              <a:xfrm>
                <a:off x="2316" y="3592"/>
                <a:ext cx="725"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748" name="Group 124"/>
            <p:cNvGrpSpPr>
              <a:grpSpLocks/>
            </p:cNvGrpSpPr>
            <p:nvPr/>
          </p:nvGrpSpPr>
          <p:grpSpPr bwMode="auto">
            <a:xfrm>
              <a:off x="3041" y="3592"/>
              <a:ext cx="887" cy="461"/>
              <a:chOff x="3041" y="3592"/>
              <a:chExt cx="887" cy="461"/>
            </a:xfrm>
          </p:grpSpPr>
          <p:sp>
            <p:nvSpPr>
              <p:cNvPr id="26749" name="Rectangle 125"/>
              <p:cNvSpPr>
                <a:spLocks noChangeArrowheads="1"/>
              </p:cNvSpPr>
              <p:nvPr/>
            </p:nvSpPr>
            <p:spPr bwMode="auto">
              <a:xfrm>
                <a:off x="3084" y="3592"/>
                <a:ext cx="801"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400" b="1">
                    <a:solidFill>
                      <a:srgbClr val="000000"/>
                    </a:solidFill>
                  </a:rPr>
                  <a:t>100</a:t>
                </a:r>
              </a:p>
              <a:p>
                <a:pPr algn="ctr" eaLnBrk="0" hangingPunct="0">
                  <a:lnSpc>
                    <a:spcPct val="130000"/>
                  </a:lnSpc>
                  <a:spcBef>
                    <a:spcPct val="0"/>
                  </a:spcBef>
                  <a:buClrTx/>
                  <a:buSzTx/>
                  <a:buFontTx/>
                  <a:buNone/>
                </a:pPr>
                <a:endParaRPr lang="en-US" altLang="en-US" sz="2400" b="1"/>
              </a:p>
            </p:txBody>
          </p:sp>
          <p:sp>
            <p:nvSpPr>
              <p:cNvPr id="26750" name="Rectangle 126"/>
              <p:cNvSpPr>
                <a:spLocks noChangeArrowheads="1"/>
              </p:cNvSpPr>
              <p:nvPr/>
            </p:nvSpPr>
            <p:spPr bwMode="auto">
              <a:xfrm>
                <a:off x="3041" y="3592"/>
                <a:ext cx="887"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751" name="Group 127"/>
            <p:cNvGrpSpPr>
              <a:grpSpLocks/>
            </p:cNvGrpSpPr>
            <p:nvPr/>
          </p:nvGrpSpPr>
          <p:grpSpPr bwMode="auto">
            <a:xfrm>
              <a:off x="0" y="4053"/>
              <a:ext cx="780" cy="461"/>
              <a:chOff x="0" y="4053"/>
              <a:chExt cx="780" cy="461"/>
            </a:xfrm>
          </p:grpSpPr>
          <p:sp>
            <p:nvSpPr>
              <p:cNvPr id="26752" name="Rectangle 128"/>
              <p:cNvSpPr>
                <a:spLocks noChangeArrowheads="1"/>
              </p:cNvSpPr>
              <p:nvPr/>
            </p:nvSpPr>
            <p:spPr bwMode="auto">
              <a:xfrm>
                <a:off x="43" y="4053"/>
                <a:ext cx="69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10000"/>
                  </a:lnSpc>
                  <a:spcBef>
                    <a:spcPct val="0"/>
                  </a:spcBef>
                  <a:buClrTx/>
                  <a:buSzTx/>
                  <a:buFontTx/>
                  <a:buNone/>
                </a:pPr>
                <a:r>
                  <a:rPr lang="en-US" altLang="en-US" sz="1600" b="1">
                    <a:solidFill>
                      <a:srgbClr val="000000"/>
                    </a:solidFill>
                  </a:rPr>
                  <a:t>MAGS</a:t>
                </a:r>
              </a:p>
              <a:p>
                <a:pPr algn="ctr" eaLnBrk="0" hangingPunct="0">
                  <a:lnSpc>
                    <a:spcPct val="130000"/>
                  </a:lnSpc>
                  <a:spcBef>
                    <a:spcPct val="0"/>
                  </a:spcBef>
                  <a:buClrTx/>
                  <a:buSzTx/>
                  <a:buFontTx/>
                  <a:buNone/>
                </a:pPr>
                <a:endParaRPr lang="en-US" altLang="en-US" sz="1600" b="1"/>
              </a:p>
            </p:txBody>
          </p:sp>
          <p:sp>
            <p:nvSpPr>
              <p:cNvPr id="26753" name="Rectangle 129"/>
              <p:cNvSpPr>
                <a:spLocks noChangeArrowheads="1"/>
              </p:cNvSpPr>
              <p:nvPr/>
            </p:nvSpPr>
            <p:spPr bwMode="auto">
              <a:xfrm>
                <a:off x="0" y="4053"/>
                <a:ext cx="780"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754" name="Group 130"/>
            <p:cNvGrpSpPr>
              <a:grpSpLocks/>
            </p:cNvGrpSpPr>
            <p:nvPr/>
          </p:nvGrpSpPr>
          <p:grpSpPr bwMode="auto">
            <a:xfrm>
              <a:off x="780" y="4053"/>
              <a:ext cx="796" cy="461"/>
              <a:chOff x="780" y="4053"/>
              <a:chExt cx="796" cy="461"/>
            </a:xfrm>
          </p:grpSpPr>
          <p:sp>
            <p:nvSpPr>
              <p:cNvPr id="26755" name="Rectangle 131"/>
              <p:cNvSpPr>
                <a:spLocks noChangeArrowheads="1"/>
              </p:cNvSpPr>
              <p:nvPr/>
            </p:nvSpPr>
            <p:spPr bwMode="auto">
              <a:xfrm>
                <a:off x="823" y="4053"/>
                <a:ext cx="710"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400" b="1">
                    <a:solidFill>
                      <a:srgbClr val="000000"/>
                    </a:solidFill>
                  </a:rPr>
                  <a:t>2</a:t>
                </a:r>
              </a:p>
              <a:p>
                <a:pPr algn="ctr" eaLnBrk="0" hangingPunct="0">
                  <a:lnSpc>
                    <a:spcPct val="130000"/>
                  </a:lnSpc>
                  <a:spcBef>
                    <a:spcPct val="0"/>
                  </a:spcBef>
                  <a:buClrTx/>
                  <a:buSzTx/>
                  <a:buFontTx/>
                  <a:buNone/>
                </a:pPr>
                <a:endParaRPr lang="en-US" altLang="en-US" sz="2400" b="1"/>
              </a:p>
            </p:txBody>
          </p:sp>
          <p:sp>
            <p:nvSpPr>
              <p:cNvPr id="26756" name="Rectangle 132"/>
              <p:cNvSpPr>
                <a:spLocks noChangeArrowheads="1"/>
              </p:cNvSpPr>
              <p:nvPr/>
            </p:nvSpPr>
            <p:spPr bwMode="auto">
              <a:xfrm>
                <a:off x="780" y="4053"/>
                <a:ext cx="796"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757" name="Group 133"/>
            <p:cNvGrpSpPr>
              <a:grpSpLocks/>
            </p:cNvGrpSpPr>
            <p:nvPr/>
          </p:nvGrpSpPr>
          <p:grpSpPr bwMode="auto">
            <a:xfrm>
              <a:off x="1576" y="4053"/>
              <a:ext cx="740" cy="461"/>
              <a:chOff x="1576" y="4053"/>
              <a:chExt cx="740" cy="461"/>
            </a:xfrm>
          </p:grpSpPr>
          <p:sp>
            <p:nvSpPr>
              <p:cNvPr id="26758" name="Rectangle 134"/>
              <p:cNvSpPr>
                <a:spLocks noChangeArrowheads="1"/>
              </p:cNvSpPr>
              <p:nvPr/>
            </p:nvSpPr>
            <p:spPr bwMode="auto">
              <a:xfrm>
                <a:off x="1619" y="4053"/>
                <a:ext cx="65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400" b="1">
                    <a:solidFill>
                      <a:srgbClr val="000000"/>
                    </a:solidFill>
                  </a:rPr>
                  <a:t>4</a:t>
                </a:r>
              </a:p>
              <a:p>
                <a:pPr algn="ctr" eaLnBrk="0" hangingPunct="0">
                  <a:lnSpc>
                    <a:spcPct val="130000"/>
                  </a:lnSpc>
                  <a:spcBef>
                    <a:spcPct val="0"/>
                  </a:spcBef>
                  <a:buClrTx/>
                  <a:buSzTx/>
                  <a:buFontTx/>
                  <a:buNone/>
                </a:pPr>
                <a:endParaRPr lang="en-US" altLang="en-US" sz="2400" b="1"/>
              </a:p>
            </p:txBody>
          </p:sp>
          <p:sp>
            <p:nvSpPr>
              <p:cNvPr id="26759" name="Rectangle 135"/>
              <p:cNvSpPr>
                <a:spLocks noChangeArrowheads="1"/>
              </p:cNvSpPr>
              <p:nvPr/>
            </p:nvSpPr>
            <p:spPr bwMode="auto">
              <a:xfrm>
                <a:off x="1576" y="4053"/>
                <a:ext cx="740"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760" name="Group 136"/>
            <p:cNvGrpSpPr>
              <a:grpSpLocks/>
            </p:cNvGrpSpPr>
            <p:nvPr/>
          </p:nvGrpSpPr>
          <p:grpSpPr bwMode="auto">
            <a:xfrm>
              <a:off x="2316" y="4053"/>
              <a:ext cx="725" cy="461"/>
              <a:chOff x="2316" y="4053"/>
              <a:chExt cx="725" cy="461"/>
            </a:xfrm>
          </p:grpSpPr>
          <p:sp>
            <p:nvSpPr>
              <p:cNvPr id="26761" name="Rectangle 137"/>
              <p:cNvSpPr>
                <a:spLocks noChangeArrowheads="1"/>
              </p:cNvSpPr>
              <p:nvPr/>
            </p:nvSpPr>
            <p:spPr bwMode="auto">
              <a:xfrm>
                <a:off x="2359" y="4053"/>
                <a:ext cx="639"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400" b="1">
                    <a:solidFill>
                      <a:srgbClr val="000000"/>
                    </a:solidFill>
                  </a:rPr>
                  <a:t>10</a:t>
                </a:r>
              </a:p>
              <a:p>
                <a:pPr algn="ctr" eaLnBrk="0" hangingPunct="0">
                  <a:lnSpc>
                    <a:spcPct val="130000"/>
                  </a:lnSpc>
                  <a:spcBef>
                    <a:spcPct val="0"/>
                  </a:spcBef>
                  <a:buClrTx/>
                  <a:buSzTx/>
                  <a:buFontTx/>
                  <a:buNone/>
                </a:pPr>
                <a:endParaRPr lang="en-US" altLang="en-US" sz="2400" b="1"/>
              </a:p>
            </p:txBody>
          </p:sp>
          <p:sp>
            <p:nvSpPr>
              <p:cNvPr id="26762" name="Rectangle 138"/>
              <p:cNvSpPr>
                <a:spLocks noChangeArrowheads="1"/>
              </p:cNvSpPr>
              <p:nvPr/>
            </p:nvSpPr>
            <p:spPr bwMode="auto">
              <a:xfrm>
                <a:off x="2316" y="4053"/>
                <a:ext cx="725"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763" name="Group 139"/>
            <p:cNvGrpSpPr>
              <a:grpSpLocks/>
            </p:cNvGrpSpPr>
            <p:nvPr/>
          </p:nvGrpSpPr>
          <p:grpSpPr bwMode="auto">
            <a:xfrm>
              <a:off x="3041" y="4053"/>
              <a:ext cx="887" cy="461"/>
              <a:chOff x="3041" y="4053"/>
              <a:chExt cx="887" cy="461"/>
            </a:xfrm>
          </p:grpSpPr>
          <p:sp>
            <p:nvSpPr>
              <p:cNvPr id="26764" name="Rectangle 140"/>
              <p:cNvSpPr>
                <a:spLocks noChangeArrowheads="1"/>
              </p:cNvSpPr>
              <p:nvPr/>
            </p:nvSpPr>
            <p:spPr bwMode="auto">
              <a:xfrm>
                <a:off x="3084" y="4053"/>
                <a:ext cx="801"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400" b="1">
                    <a:solidFill>
                      <a:srgbClr val="000000"/>
                    </a:solidFill>
                  </a:rPr>
                  <a:t>50</a:t>
                </a:r>
              </a:p>
              <a:p>
                <a:pPr algn="ctr" eaLnBrk="0" hangingPunct="0">
                  <a:lnSpc>
                    <a:spcPct val="130000"/>
                  </a:lnSpc>
                  <a:spcBef>
                    <a:spcPct val="0"/>
                  </a:spcBef>
                  <a:buClrTx/>
                  <a:buSzTx/>
                  <a:buFontTx/>
                  <a:buNone/>
                </a:pPr>
                <a:endParaRPr lang="en-US" altLang="en-US" sz="2400" b="1"/>
              </a:p>
            </p:txBody>
          </p:sp>
          <p:sp>
            <p:nvSpPr>
              <p:cNvPr id="26765" name="Rectangle 141"/>
              <p:cNvSpPr>
                <a:spLocks noChangeArrowheads="1"/>
              </p:cNvSpPr>
              <p:nvPr/>
            </p:nvSpPr>
            <p:spPr bwMode="auto">
              <a:xfrm>
                <a:off x="3041" y="4053"/>
                <a:ext cx="887"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766" name="Group 142"/>
            <p:cNvGrpSpPr>
              <a:grpSpLocks/>
            </p:cNvGrpSpPr>
            <p:nvPr/>
          </p:nvGrpSpPr>
          <p:grpSpPr bwMode="auto">
            <a:xfrm>
              <a:off x="0" y="4514"/>
              <a:ext cx="780" cy="461"/>
              <a:chOff x="0" y="4514"/>
              <a:chExt cx="780" cy="461"/>
            </a:xfrm>
          </p:grpSpPr>
          <p:sp>
            <p:nvSpPr>
              <p:cNvPr id="26767" name="Rectangle 143"/>
              <p:cNvSpPr>
                <a:spLocks noChangeArrowheads="1"/>
              </p:cNvSpPr>
              <p:nvPr/>
            </p:nvSpPr>
            <p:spPr bwMode="auto">
              <a:xfrm>
                <a:off x="43" y="4514"/>
                <a:ext cx="69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200" b="1">
                    <a:solidFill>
                      <a:srgbClr val="000000"/>
                    </a:solidFill>
                  </a:rPr>
                  <a:t> </a:t>
                </a:r>
              </a:p>
              <a:p>
                <a:pPr algn="ctr" eaLnBrk="0" hangingPunct="0">
                  <a:lnSpc>
                    <a:spcPct val="130000"/>
                  </a:lnSpc>
                  <a:spcBef>
                    <a:spcPct val="0"/>
                  </a:spcBef>
                  <a:buClrTx/>
                  <a:buSzTx/>
                  <a:buFontTx/>
                  <a:buNone/>
                </a:pPr>
                <a:endParaRPr lang="en-US" altLang="en-US" sz="2400" b="1"/>
              </a:p>
            </p:txBody>
          </p:sp>
          <p:sp>
            <p:nvSpPr>
              <p:cNvPr id="26768" name="Rectangle 144"/>
              <p:cNvSpPr>
                <a:spLocks noChangeArrowheads="1"/>
              </p:cNvSpPr>
              <p:nvPr/>
            </p:nvSpPr>
            <p:spPr bwMode="auto">
              <a:xfrm>
                <a:off x="0" y="4514"/>
                <a:ext cx="780"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769" name="Group 145"/>
            <p:cNvGrpSpPr>
              <a:grpSpLocks/>
            </p:cNvGrpSpPr>
            <p:nvPr/>
          </p:nvGrpSpPr>
          <p:grpSpPr bwMode="auto">
            <a:xfrm>
              <a:off x="780" y="4514"/>
              <a:ext cx="796" cy="461"/>
              <a:chOff x="780" y="4514"/>
              <a:chExt cx="796" cy="461"/>
            </a:xfrm>
          </p:grpSpPr>
          <p:sp>
            <p:nvSpPr>
              <p:cNvPr id="26770" name="Rectangle 146"/>
              <p:cNvSpPr>
                <a:spLocks noChangeArrowheads="1"/>
              </p:cNvSpPr>
              <p:nvPr/>
            </p:nvSpPr>
            <p:spPr bwMode="auto">
              <a:xfrm>
                <a:off x="823" y="4514"/>
                <a:ext cx="710"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400" b="1">
                    <a:solidFill>
                      <a:srgbClr val="000000"/>
                    </a:solidFill>
                  </a:rPr>
                  <a:t>3</a:t>
                </a:r>
              </a:p>
              <a:p>
                <a:pPr algn="ctr" eaLnBrk="0" hangingPunct="0">
                  <a:lnSpc>
                    <a:spcPct val="130000"/>
                  </a:lnSpc>
                  <a:spcBef>
                    <a:spcPct val="0"/>
                  </a:spcBef>
                  <a:buClrTx/>
                  <a:buSzTx/>
                  <a:buFontTx/>
                  <a:buNone/>
                </a:pPr>
                <a:endParaRPr lang="en-US" altLang="en-US" sz="2400" b="1"/>
              </a:p>
            </p:txBody>
          </p:sp>
          <p:sp>
            <p:nvSpPr>
              <p:cNvPr id="26771" name="Rectangle 147"/>
              <p:cNvSpPr>
                <a:spLocks noChangeArrowheads="1"/>
              </p:cNvSpPr>
              <p:nvPr/>
            </p:nvSpPr>
            <p:spPr bwMode="auto">
              <a:xfrm>
                <a:off x="780" y="4514"/>
                <a:ext cx="796"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772" name="Group 148"/>
            <p:cNvGrpSpPr>
              <a:grpSpLocks/>
            </p:cNvGrpSpPr>
            <p:nvPr/>
          </p:nvGrpSpPr>
          <p:grpSpPr bwMode="auto">
            <a:xfrm>
              <a:off x="1576" y="4514"/>
              <a:ext cx="740" cy="461"/>
              <a:chOff x="1576" y="4514"/>
              <a:chExt cx="740" cy="461"/>
            </a:xfrm>
          </p:grpSpPr>
          <p:sp>
            <p:nvSpPr>
              <p:cNvPr id="26773" name="Rectangle 149"/>
              <p:cNvSpPr>
                <a:spLocks noChangeArrowheads="1"/>
              </p:cNvSpPr>
              <p:nvPr/>
            </p:nvSpPr>
            <p:spPr bwMode="auto">
              <a:xfrm>
                <a:off x="1619" y="4514"/>
                <a:ext cx="65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400" b="1">
                    <a:solidFill>
                      <a:srgbClr val="000000"/>
                    </a:solidFill>
                  </a:rPr>
                  <a:t>6</a:t>
                </a:r>
              </a:p>
              <a:p>
                <a:pPr algn="ctr" eaLnBrk="0" hangingPunct="0">
                  <a:lnSpc>
                    <a:spcPct val="130000"/>
                  </a:lnSpc>
                  <a:spcBef>
                    <a:spcPct val="0"/>
                  </a:spcBef>
                  <a:buClrTx/>
                  <a:buSzTx/>
                  <a:buFontTx/>
                  <a:buNone/>
                </a:pPr>
                <a:endParaRPr lang="en-US" altLang="en-US" sz="2400" b="1"/>
              </a:p>
            </p:txBody>
          </p:sp>
          <p:sp>
            <p:nvSpPr>
              <p:cNvPr id="26774" name="Rectangle 150"/>
              <p:cNvSpPr>
                <a:spLocks noChangeArrowheads="1"/>
              </p:cNvSpPr>
              <p:nvPr/>
            </p:nvSpPr>
            <p:spPr bwMode="auto">
              <a:xfrm>
                <a:off x="1576" y="4514"/>
                <a:ext cx="740"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775" name="Group 151"/>
            <p:cNvGrpSpPr>
              <a:grpSpLocks/>
            </p:cNvGrpSpPr>
            <p:nvPr/>
          </p:nvGrpSpPr>
          <p:grpSpPr bwMode="auto">
            <a:xfrm>
              <a:off x="2316" y="4514"/>
              <a:ext cx="725" cy="461"/>
              <a:chOff x="2316" y="4514"/>
              <a:chExt cx="725" cy="461"/>
            </a:xfrm>
          </p:grpSpPr>
          <p:sp>
            <p:nvSpPr>
              <p:cNvPr id="26776" name="Rectangle 152"/>
              <p:cNvSpPr>
                <a:spLocks noChangeArrowheads="1"/>
              </p:cNvSpPr>
              <p:nvPr/>
            </p:nvSpPr>
            <p:spPr bwMode="auto">
              <a:xfrm>
                <a:off x="2359" y="4514"/>
                <a:ext cx="639"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400" b="1">
                    <a:solidFill>
                      <a:srgbClr val="000000"/>
                    </a:solidFill>
                  </a:rPr>
                  <a:t>5</a:t>
                </a:r>
              </a:p>
              <a:p>
                <a:pPr algn="ctr" eaLnBrk="0" hangingPunct="0">
                  <a:lnSpc>
                    <a:spcPct val="130000"/>
                  </a:lnSpc>
                  <a:spcBef>
                    <a:spcPct val="0"/>
                  </a:spcBef>
                  <a:buClrTx/>
                  <a:buSzTx/>
                  <a:buFontTx/>
                  <a:buNone/>
                </a:pPr>
                <a:endParaRPr lang="en-US" altLang="en-US" sz="2400" b="1"/>
              </a:p>
            </p:txBody>
          </p:sp>
          <p:sp>
            <p:nvSpPr>
              <p:cNvPr id="26777" name="Rectangle 153"/>
              <p:cNvSpPr>
                <a:spLocks noChangeArrowheads="1"/>
              </p:cNvSpPr>
              <p:nvPr/>
            </p:nvSpPr>
            <p:spPr bwMode="auto">
              <a:xfrm>
                <a:off x="2316" y="4514"/>
                <a:ext cx="725"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778" name="Group 154"/>
            <p:cNvGrpSpPr>
              <a:grpSpLocks/>
            </p:cNvGrpSpPr>
            <p:nvPr/>
          </p:nvGrpSpPr>
          <p:grpSpPr bwMode="auto">
            <a:xfrm>
              <a:off x="3041" y="4514"/>
              <a:ext cx="887" cy="461"/>
              <a:chOff x="3041" y="4514"/>
              <a:chExt cx="887" cy="461"/>
            </a:xfrm>
          </p:grpSpPr>
          <p:sp>
            <p:nvSpPr>
              <p:cNvPr id="26779" name="Rectangle 155"/>
              <p:cNvSpPr>
                <a:spLocks noChangeArrowheads="1"/>
              </p:cNvSpPr>
              <p:nvPr/>
            </p:nvSpPr>
            <p:spPr bwMode="auto">
              <a:xfrm>
                <a:off x="3084" y="4514"/>
                <a:ext cx="801"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400" b="1">
                    <a:solidFill>
                      <a:srgbClr val="000000"/>
                    </a:solidFill>
                  </a:rPr>
                  <a:t>25</a:t>
                </a:r>
              </a:p>
              <a:p>
                <a:pPr algn="ctr" eaLnBrk="0" hangingPunct="0">
                  <a:lnSpc>
                    <a:spcPct val="130000"/>
                  </a:lnSpc>
                  <a:spcBef>
                    <a:spcPct val="0"/>
                  </a:spcBef>
                  <a:buClrTx/>
                  <a:buSzTx/>
                  <a:buFontTx/>
                  <a:buNone/>
                </a:pPr>
                <a:endParaRPr lang="en-US" altLang="en-US" sz="2400" b="1"/>
              </a:p>
            </p:txBody>
          </p:sp>
          <p:sp>
            <p:nvSpPr>
              <p:cNvPr id="26780" name="Rectangle 156"/>
              <p:cNvSpPr>
                <a:spLocks noChangeArrowheads="1"/>
              </p:cNvSpPr>
              <p:nvPr/>
            </p:nvSpPr>
            <p:spPr bwMode="auto">
              <a:xfrm>
                <a:off x="3041" y="4514"/>
                <a:ext cx="887"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781" name="Group 157"/>
            <p:cNvGrpSpPr>
              <a:grpSpLocks/>
            </p:cNvGrpSpPr>
            <p:nvPr/>
          </p:nvGrpSpPr>
          <p:grpSpPr bwMode="auto">
            <a:xfrm>
              <a:off x="0" y="4975"/>
              <a:ext cx="780" cy="461"/>
              <a:chOff x="0" y="4975"/>
              <a:chExt cx="780" cy="461"/>
            </a:xfrm>
          </p:grpSpPr>
          <p:sp>
            <p:nvSpPr>
              <p:cNvPr id="26782" name="Rectangle 158"/>
              <p:cNvSpPr>
                <a:spLocks noChangeArrowheads="1"/>
              </p:cNvSpPr>
              <p:nvPr/>
            </p:nvSpPr>
            <p:spPr bwMode="auto">
              <a:xfrm>
                <a:off x="43" y="4975"/>
                <a:ext cx="69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200" b="1">
                    <a:solidFill>
                      <a:srgbClr val="000000"/>
                    </a:solidFill>
                  </a:rPr>
                  <a:t> </a:t>
                </a:r>
              </a:p>
              <a:p>
                <a:pPr algn="ctr" eaLnBrk="0" hangingPunct="0">
                  <a:lnSpc>
                    <a:spcPct val="130000"/>
                  </a:lnSpc>
                  <a:spcBef>
                    <a:spcPct val="0"/>
                  </a:spcBef>
                  <a:buClrTx/>
                  <a:buSzTx/>
                  <a:buFontTx/>
                  <a:buNone/>
                </a:pPr>
                <a:endParaRPr lang="en-US" altLang="en-US" sz="2400" b="1"/>
              </a:p>
            </p:txBody>
          </p:sp>
          <p:sp>
            <p:nvSpPr>
              <p:cNvPr id="26783" name="Rectangle 159"/>
              <p:cNvSpPr>
                <a:spLocks noChangeArrowheads="1"/>
              </p:cNvSpPr>
              <p:nvPr/>
            </p:nvSpPr>
            <p:spPr bwMode="auto">
              <a:xfrm>
                <a:off x="0" y="4975"/>
                <a:ext cx="780"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784" name="Group 160"/>
            <p:cNvGrpSpPr>
              <a:grpSpLocks/>
            </p:cNvGrpSpPr>
            <p:nvPr/>
          </p:nvGrpSpPr>
          <p:grpSpPr bwMode="auto">
            <a:xfrm>
              <a:off x="780" y="4975"/>
              <a:ext cx="796" cy="461"/>
              <a:chOff x="780" y="4975"/>
              <a:chExt cx="796" cy="461"/>
            </a:xfrm>
          </p:grpSpPr>
          <p:sp>
            <p:nvSpPr>
              <p:cNvPr id="26785" name="Rectangle 161"/>
              <p:cNvSpPr>
                <a:spLocks noChangeArrowheads="1"/>
              </p:cNvSpPr>
              <p:nvPr/>
            </p:nvSpPr>
            <p:spPr bwMode="auto">
              <a:xfrm>
                <a:off x="823" y="4975"/>
                <a:ext cx="710"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400" b="1">
                    <a:solidFill>
                      <a:srgbClr val="000000"/>
                    </a:solidFill>
                  </a:rPr>
                  <a:t>4</a:t>
                </a:r>
              </a:p>
              <a:p>
                <a:pPr algn="ctr" eaLnBrk="0" hangingPunct="0">
                  <a:lnSpc>
                    <a:spcPct val="130000"/>
                  </a:lnSpc>
                  <a:spcBef>
                    <a:spcPct val="0"/>
                  </a:spcBef>
                  <a:buClrTx/>
                  <a:buSzTx/>
                  <a:buFontTx/>
                  <a:buNone/>
                </a:pPr>
                <a:endParaRPr lang="en-US" altLang="en-US" sz="2400" b="1"/>
              </a:p>
            </p:txBody>
          </p:sp>
          <p:sp>
            <p:nvSpPr>
              <p:cNvPr id="26786" name="Rectangle 162"/>
              <p:cNvSpPr>
                <a:spLocks noChangeArrowheads="1"/>
              </p:cNvSpPr>
              <p:nvPr/>
            </p:nvSpPr>
            <p:spPr bwMode="auto">
              <a:xfrm>
                <a:off x="780" y="4975"/>
                <a:ext cx="796"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787" name="Group 163"/>
            <p:cNvGrpSpPr>
              <a:grpSpLocks/>
            </p:cNvGrpSpPr>
            <p:nvPr/>
          </p:nvGrpSpPr>
          <p:grpSpPr bwMode="auto">
            <a:xfrm>
              <a:off x="1576" y="4975"/>
              <a:ext cx="740" cy="461"/>
              <a:chOff x="1576" y="4975"/>
              <a:chExt cx="740" cy="461"/>
            </a:xfrm>
          </p:grpSpPr>
          <p:sp>
            <p:nvSpPr>
              <p:cNvPr id="26788" name="Rectangle 164"/>
              <p:cNvSpPr>
                <a:spLocks noChangeArrowheads="1"/>
              </p:cNvSpPr>
              <p:nvPr/>
            </p:nvSpPr>
            <p:spPr bwMode="auto">
              <a:xfrm>
                <a:off x="1619" y="4975"/>
                <a:ext cx="65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400" b="1">
                    <a:solidFill>
                      <a:srgbClr val="000000"/>
                    </a:solidFill>
                  </a:rPr>
                  <a:t>9</a:t>
                </a:r>
              </a:p>
              <a:p>
                <a:pPr algn="ctr" eaLnBrk="0" hangingPunct="0">
                  <a:lnSpc>
                    <a:spcPct val="130000"/>
                  </a:lnSpc>
                  <a:spcBef>
                    <a:spcPct val="0"/>
                  </a:spcBef>
                  <a:buClrTx/>
                  <a:buSzTx/>
                  <a:buFontTx/>
                  <a:buNone/>
                </a:pPr>
                <a:endParaRPr lang="en-US" altLang="en-US" sz="2400" b="1"/>
              </a:p>
            </p:txBody>
          </p:sp>
          <p:sp>
            <p:nvSpPr>
              <p:cNvPr id="26789" name="Rectangle 165"/>
              <p:cNvSpPr>
                <a:spLocks noChangeArrowheads="1"/>
              </p:cNvSpPr>
              <p:nvPr/>
            </p:nvSpPr>
            <p:spPr bwMode="auto">
              <a:xfrm>
                <a:off x="1576" y="4975"/>
                <a:ext cx="740"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790" name="Group 166"/>
            <p:cNvGrpSpPr>
              <a:grpSpLocks/>
            </p:cNvGrpSpPr>
            <p:nvPr/>
          </p:nvGrpSpPr>
          <p:grpSpPr bwMode="auto">
            <a:xfrm>
              <a:off x="2316" y="4975"/>
              <a:ext cx="725" cy="461"/>
              <a:chOff x="2316" y="4975"/>
              <a:chExt cx="725" cy="461"/>
            </a:xfrm>
          </p:grpSpPr>
          <p:sp>
            <p:nvSpPr>
              <p:cNvPr id="26791" name="Rectangle 167"/>
              <p:cNvSpPr>
                <a:spLocks noChangeArrowheads="1"/>
              </p:cNvSpPr>
              <p:nvPr/>
            </p:nvSpPr>
            <p:spPr bwMode="auto">
              <a:xfrm>
                <a:off x="2359" y="4975"/>
                <a:ext cx="639"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400" b="1">
                    <a:solidFill>
                      <a:srgbClr val="000000"/>
                    </a:solidFill>
                  </a:rPr>
                  <a:t>3</a:t>
                </a:r>
              </a:p>
              <a:p>
                <a:pPr algn="ctr" eaLnBrk="0" hangingPunct="0">
                  <a:lnSpc>
                    <a:spcPct val="130000"/>
                  </a:lnSpc>
                  <a:spcBef>
                    <a:spcPct val="0"/>
                  </a:spcBef>
                  <a:buClrTx/>
                  <a:buSzTx/>
                  <a:buFontTx/>
                  <a:buNone/>
                </a:pPr>
                <a:endParaRPr lang="en-US" altLang="en-US" sz="2400" b="1"/>
              </a:p>
            </p:txBody>
          </p:sp>
          <p:sp>
            <p:nvSpPr>
              <p:cNvPr id="26792" name="Rectangle 168"/>
              <p:cNvSpPr>
                <a:spLocks noChangeArrowheads="1"/>
              </p:cNvSpPr>
              <p:nvPr/>
            </p:nvSpPr>
            <p:spPr bwMode="auto">
              <a:xfrm>
                <a:off x="2316" y="4975"/>
                <a:ext cx="725"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6793" name="Group 169"/>
            <p:cNvGrpSpPr>
              <a:grpSpLocks/>
            </p:cNvGrpSpPr>
            <p:nvPr/>
          </p:nvGrpSpPr>
          <p:grpSpPr bwMode="auto">
            <a:xfrm>
              <a:off x="3041" y="4975"/>
              <a:ext cx="887" cy="461"/>
              <a:chOff x="3041" y="4975"/>
              <a:chExt cx="887" cy="461"/>
            </a:xfrm>
          </p:grpSpPr>
          <p:sp>
            <p:nvSpPr>
              <p:cNvPr id="26794" name="Rectangle 170"/>
              <p:cNvSpPr>
                <a:spLocks noChangeArrowheads="1"/>
              </p:cNvSpPr>
              <p:nvPr/>
            </p:nvSpPr>
            <p:spPr bwMode="auto">
              <a:xfrm>
                <a:off x="3084" y="4975"/>
                <a:ext cx="801"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30000"/>
                  </a:lnSpc>
                  <a:spcBef>
                    <a:spcPct val="0"/>
                  </a:spcBef>
                  <a:buClrTx/>
                  <a:buSzTx/>
                  <a:buFontTx/>
                  <a:buNone/>
                </a:pPr>
                <a:r>
                  <a:rPr lang="en-US" altLang="en-US" sz="1400" b="1">
                    <a:solidFill>
                      <a:srgbClr val="000000"/>
                    </a:solidFill>
                  </a:rPr>
                  <a:t>15</a:t>
                </a:r>
              </a:p>
              <a:p>
                <a:pPr algn="ctr" eaLnBrk="0" hangingPunct="0">
                  <a:lnSpc>
                    <a:spcPct val="130000"/>
                  </a:lnSpc>
                  <a:spcBef>
                    <a:spcPct val="0"/>
                  </a:spcBef>
                  <a:buClrTx/>
                  <a:buSzTx/>
                  <a:buFontTx/>
                  <a:buNone/>
                </a:pPr>
                <a:endParaRPr lang="en-US" altLang="en-US" sz="2400" b="1"/>
              </a:p>
            </p:txBody>
          </p:sp>
          <p:sp>
            <p:nvSpPr>
              <p:cNvPr id="26795" name="Rectangle 171"/>
              <p:cNvSpPr>
                <a:spLocks noChangeArrowheads="1"/>
              </p:cNvSpPr>
              <p:nvPr/>
            </p:nvSpPr>
            <p:spPr bwMode="auto">
              <a:xfrm>
                <a:off x="3041" y="4975"/>
                <a:ext cx="887"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sp>
        <p:nvSpPr>
          <p:cNvPr id="26796" name="Rectangle 172"/>
          <p:cNvSpPr>
            <a:spLocks noChangeArrowheads="1"/>
          </p:cNvSpPr>
          <p:nvPr/>
        </p:nvSpPr>
        <p:spPr bwMode="auto">
          <a:xfrm>
            <a:off x="1002323" y="2573216"/>
            <a:ext cx="7467600" cy="38100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pPr algn="ctr" eaLnBrk="0" hangingPunct="0">
              <a:lnSpc>
                <a:spcPct val="130000"/>
              </a:lnSpc>
              <a:spcBef>
                <a:spcPct val="0"/>
              </a:spcBef>
              <a:buClrTx/>
              <a:buSzTx/>
              <a:buFontTx/>
              <a:buNone/>
            </a:pPr>
            <a:endParaRPr lang="en-US" altLang="en-US" sz="2800"/>
          </a:p>
        </p:txBody>
      </p:sp>
    </p:spTree>
    <p:extLst>
      <p:ext uri="{BB962C8B-B14F-4D97-AF65-F5344CB8AC3E}">
        <p14:creationId xmlns:p14="http://schemas.microsoft.com/office/powerpoint/2010/main" val="375901173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838200" y="365126"/>
            <a:ext cx="10515600" cy="666506"/>
          </a:xfrm>
        </p:spPr>
        <p:txBody>
          <a:bodyPr>
            <a:normAutofit fontScale="90000"/>
          </a:bodyPr>
          <a:lstStyle/>
          <a:p>
            <a:r>
              <a:rPr lang="en-US" altLang="en-US" dirty="0"/>
              <a:t>Frequency Score</a:t>
            </a:r>
          </a:p>
        </p:txBody>
      </p:sp>
      <p:sp>
        <p:nvSpPr>
          <p:cNvPr id="27651" name="Rectangle 3"/>
          <p:cNvSpPr>
            <a:spLocks noGrp="1" noChangeArrowheads="1"/>
          </p:cNvSpPr>
          <p:nvPr>
            <p:ph type="body" idx="1"/>
          </p:nvPr>
        </p:nvSpPr>
        <p:spPr>
          <a:xfrm>
            <a:off x="838200" y="1365739"/>
            <a:ext cx="8229600" cy="679450"/>
          </a:xfrm>
        </p:spPr>
        <p:txBody>
          <a:bodyPr/>
          <a:lstStyle/>
          <a:p>
            <a:pPr>
              <a:lnSpc>
                <a:spcPct val="120000"/>
              </a:lnSpc>
            </a:pPr>
            <a:r>
              <a:rPr lang="en-US" altLang="en-US" sz="1600" b="1" dirty="0"/>
              <a:t>Points for Frequency: 3 points for each purchase within 12 months; Maximum = 15 points; Relative weight = 2</a:t>
            </a:r>
            <a:endParaRPr lang="en-US" altLang="en-US" dirty="0"/>
          </a:p>
        </p:txBody>
      </p:sp>
      <p:grpSp>
        <p:nvGrpSpPr>
          <p:cNvPr id="27984" name="Group 336"/>
          <p:cNvGrpSpPr>
            <a:grpSpLocks/>
          </p:cNvGrpSpPr>
          <p:nvPr/>
        </p:nvGrpSpPr>
        <p:grpSpPr bwMode="auto">
          <a:xfrm>
            <a:off x="914400" y="2356339"/>
            <a:ext cx="8229600" cy="3886200"/>
            <a:chOff x="432" y="1344"/>
            <a:chExt cx="5184" cy="2448"/>
          </a:xfrm>
        </p:grpSpPr>
        <p:grpSp>
          <p:nvGrpSpPr>
            <p:cNvPr id="27819" name="Group 171"/>
            <p:cNvGrpSpPr>
              <a:grpSpLocks/>
            </p:cNvGrpSpPr>
            <p:nvPr/>
          </p:nvGrpSpPr>
          <p:grpSpPr bwMode="auto">
            <a:xfrm>
              <a:off x="432" y="1344"/>
              <a:ext cx="1005" cy="456"/>
              <a:chOff x="0" y="0"/>
              <a:chExt cx="755" cy="1056"/>
            </a:xfrm>
          </p:grpSpPr>
          <p:sp>
            <p:nvSpPr>
              <p:cNvPr id="27820" name="Rectangle 172"/>
              <p:cNvSpPr>
                <a:spLocks noChangeArrowheads="1"/>
              </p:cNvSpPr>
              <p:nvPr/>
            </p:nvSpPr>
            <p:spPr bwMode="auto">
              <a:xfrm>
                <a:off x="43" y="0"/>
                <a:ext cx="669" cy="105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a:solidFill>
                      <a:srgbClr val="000000"/>
                    </a:solidFill>
                  </a:rPr>
                  <a:t>Customer</a:t>
                </a:r>
              </a:p>
              <a:p>
                <a:pPr algn="ctr" eaLnBrk="0" hangingPunct="0">
                  <a:lnSpc>
                    <a:spcPct val="100000"/>
                  </a:lnSpc>
                  <a:spcBef>
                    <a:spcPct val="0"/>
                  </a:spcBef>
                  <a:buClrTx/>
                  <a:buSzTx/>
                  <a:buFontTx/>
                  <a:buNone/>
                </a:pPr>
                <a:endParaRPr lang="en-US" altLang="en-US"/>
              </a:p>
            </p:txBody>
          </p:sp>
          <p:sp>
            <p:nvSpPr>
              <p:cNvPr id="27821" name="Rectangle 173"/>
              <p:cNvSpPr>
                <a:spLocks noChangeArrowheads="1"/>
              </p:cNvSpPr>
              <p:nvPr/>
            </p:nvSpPr>
            <p:spPr bwMode="auto">
              <a:xfrm>
                <a:off x="0" y="0"/>
                <a:ext cx="755" cy="105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822" name="Group 174"/>
            <p:cNvGrpSpPr>
              <a:grpSpLocks/>
            </p:cNvGrpSpPr>
            <p:nvPr/>
          </p:nvGrpSpPr>
          <p:grpSpPr bwMode="auto">
            <a:xfrm>
              <a:off x="1437" y="1344"/>
              <a:ext cx="1024" cy="456"/>
              <a:chOff x="755" y="0"/>
              <a:chExt cx="769" cy="1056"/>
            </a:xfrm>
          </p:grpSpPr>
          <p:sp>
            <p:nvSpPr>
              <p:cNvPr id="27823" name="Rectangle 175"/>
              <p:cNvSpPr>
                <a:spLocks noChangeArrowheads="1"/>
              </p:cNvSpPr>
              <p:nvPr/>
            </p:nvSpPr>
            <p:spPr bwMode="auto">
              <a:xfrm>
                <a:off x="798" y="0"/>
                <a:ext cx="683" cy="105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a:solidFill>
                      <a:srgbClr val="000000"/>
                    </a:solidFill>
                  </a:rPr>
                  <a:t>Purchases(#)</a:t>
                </a:r>
              </a:p>
              <a:p>
                <a:pPr algn="ctr" eaLnBrk="0" hangingPunct="0">
                  <a:lnSpc>
                    <a:spcPct val="100000"/>
                  </a:lnSpc>
                  <a:spcBef>
                    <a:spcPct val="0"/>
                  </a:spcBef>
                  <a:buClrTx/>
                  <a:buSzTx/>
                  <a:buFontTx/>
                  <a:buNone/>
                </a:pPr>
                <a:endParaRPr lang="en-US" altLang="en-US" sz="1400"/>
              </a:p>
            </p:txBody>
          </p:sp>
          <p:sp>
            <p:nvSpPr>
              <p:cNvPr id="27824" name="Rectangle 176"/>
              <p:cNvSpPr>
                <a:spLocks noChangeArrowheads="1"/>
              </p:cNvSpPr>
              <p:nvPr/>
            </p:nvSpPr>
            <p:spPr bwMode="auto">
              <a:xfrm>
                <a:off x="755" y="0"/>
                <a:ext cx="769" cy="105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825" name="Group 177"/>
            <p:cNvGrpSpPr>
              <a:grpSpLocks/>
            </p:cNvGrpSpPr>
            <p:nvPr/>
          </p:nvGrpSpPr>
          <p:grpSpPr bwMode="auto">
            <a:xfrm>
              <a:off x="2461" y="1344"/>
              <a:ext cx="1066" cy="456"/>
              <a:chOff x="1524" y="0"/>
              <a:chExt cx="800" cy="1056"/>
            </a:xfrm>
          </p:grpSpPr>
          <p:sp>
            <p:nvSpPr>
              <p:cNvPr id="27826" name="Rectangle 178"/>
              <p:cNvSpPr>
                <a:spLocks noChangeArrowheads="1"/>
              </p:cNvSpPr>
              <p:nvPr/>
            </p:nvSpPr>
            <p:spPr bwMode="auto">
              <a:xfrm>
                <a:off x="1567" y="0"/>
                <a:ext cx="714" cy="105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a:solidFill>
                      <a:srgbClr val="000000"/>
                    </a:solidFill>
                  </a:rPr>
                  <a:t>Frequency</a:t>
                </a:r>
              </a:p>
              <a:p>
                <a:pPr algn="ctr" eaLnBrk="0" hangingPunct="0">
                  <a:lnSpc>
                    <a:spcPct val="100000"/>
                  </a:lnSpc>
                  <a:spcBef>
                    <a:spcPct val="0"/>
                  </a:spcBef>
                  <a:buClrTx/>
                  <a:buSzTx/>
                  <a:buFontTx/>
                  <a:buNone/>
                </a:pPr>
                <a:endParaRPr lang="en-US" altLang="en-US"/>
              </a:p>
            </p:txBody>
          </p:sp>
          <p:sp>
            <p:nvSpPr>
              <p:cNvPr id="27827" name="Rectangle 179"/>
              <p:cNvSpPr>
                <a:spLocks noChangeArrowheads="1"/>
              </p:cNvSpPr>
              <p:nvPr/>
            </p:nvSpPr>
            <p:spPr bwMode="auto">
              <a:xfrm>
                <a:off x="1524" y="0"/>
                <a:ext cx="800" cy="105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828" name="Group 180"/>
            <p:cNvGrpSpPr>
              <a:grpSpLocks/>
            </p:cNvGrpSpPr>
            <p:nvPr/>
          </p:nvGrpSpPr>
          <p:grpSpPr bwMode="auto">
            <a:xfrm>
              <a:off x="3527" y="1344"/>
              <a:ext cx="936" cy="456"/>
              <a:chOff x="2324" y="0"/>
              <a:chExt cx="703" cy="1056"/>
            </a:xfrm>
          </p:grpSpPr>
          <p:sp>
            <p:nvSpPr>
              <p:cNvPr id="27829" name="Rectangle 181"/>
              <p:cNvSpPr>
                <a:spLocks noChangeArrowheads="1"/>
              </p:cNvSpPr>
              <p:nvPr/>
            </p:nvSpPr>
            <p:spPr bwMode="auto">
              <a:xfrm>
                <a:off x="2367" y="0"/>
                <a:ext cx="617" cy="105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a:solidFill>
                      <a:srgbClr val="000000"/>
                    </a:solidFill>
                  </a:rPr>
                  <a:t>Assigned Points</a:t>
                </a:r>
              </a:p>
              <a:p>
                <a:pPr algn="ctr" eaLnBrk="0" hangingPunct="0">
                  <a:lnSpc>
                    <a:spcPct val="100000"/>
                  </a:lnSpc>
                  <a:spcBef>
                    <a:spcPct val="0"/>
                  </a:spcBef>
                  <a:buClrTx/>
                  <a:buSzTx/>
                  <a:buFontTx/>
                  <a:buNone/>
                </a:pPr>
                <a:endParaRPr lang="en-US" altLang="en-US"/>
              </a:p>
            </p:txBody>
          </p:sp>
          <p:sp>
            <p:nvSpPr>
              <p:cNvPr id="27830" name="Rectangle 182"/>
              <p:cNvSpPr>
                <a:spLocks noChangeArrowheads="1"/>
              </p:cNvSpPr>
              <p:nvPr/>
            </p:nvSpPr>
            <p:spPr bwMode="auto">
              <a:xfrm>
                <a:off x="2324" y="0"/>
                <a:ext cx="703" cy="105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831" name="Group 183"/>
            <p:cNvGrpSpPr>
              <a:grpSpLocks/>
            </p:cNvGrpSpPr>
            <p:nvPr/>
          </p:nvGrpSpPr>
          <p:grpSpPr bwMode="auto">
            <a:xfrm>
              <a:off x="4463" y="1344"/>
              <a:ext cx="1153" cy="456"/>
              <a:chOff x="3027" y="0"/>
              <a:chExt cx="866" cy="1056"/>
            </a:xfrm>
          </p:grpSpPr>
          <p:sp>
            <p:nvSpPr>
              <p:cNvPr id="27832" name="Rectangle 184"/>
              <p:cNvSpPr>
                <a:spLocks noChangeArrowheads="1"/>
              </p:cNvSpPr>
              <p:nvPr/>
            </p:nvSpPr>
            <p:spPr bwMode="auto">
              <a:xfrm>
                <a:off x="3070" y="0"/>
                <a:ext cx="780" cy="105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a:solidFill>
                      <a:srgbClr val="000000"/>
                    </a:solidFill>
                  </a:rPr>
                  <a:t>Weighted Points</a:t>
                </a:r>
              </a:p>
              <a:p>
                <a:pPr algn="ctr" eaLnBrk="0" hangingPunct="0">
                  <a:lnSpc>
                    <a:spcPct val="100000"/>
                  </a:lnSpc>
                  <a:spcBef>
                    <a:spcPct val="0"/>
                  </a:spcBef>
                  <a:buClrTx/>
                  <a:buSzTx/>
                  <a:buFontTx/>
                  <a:buNone/>
                </a:pPr>
                <a:endParaRPr lang="en-US" altLang="en-US"/>
              </a:p>
            </p:txBody>
          </p:sp>
          <p:sp>
            <p:nvSpPr>
              <p:cNvPr id="27833" name="Rectangle 185"/>
              <p:cNvSpPr>
                <a:spLocks noChangeArrowheads="1"/>
              </p:cNvSpPr>
              <p:nvPr/>
            </p:nvSpPr>
            <p:spPr bwMode="auto">
              <a:xfrm>
                <a:off x="3027" y="0"/>
                <a:ext cx="866" cy="105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834" name="Group 186"/>
            <p:cNvGrpSpPr>
              <a:grpSpLocks/>
            </p:cNvGrpSpPr>
            <p:nvPr/>
          </p:nvGrpSpPr>
          <p:grpSpPr bwMode="auto">
            <a:xfrm>
              <a:off x="432" y="1800"/>
              <a:ext cx="1005" cy="208"/>
              <a:chOff x="0" y="1056"/>
              <a:chExt cx="755" cy="480"/>
            </a:xfrm>
          </p:grpSpPr>
          <p:sp>
            <p:nvSpPr>
              <p:cNvPr id="27835" name="Rectangle 187"/>
              <p:cNvSpPr>
                <a:spLocks noChangeArrowheads="1"/>
              </p:cNvSpPr>
              <p:nvPr/>
            </p:nvSpPr>
            <p:spPr bwMode="auto">
              <a:xfrm>
                <a:off x="43" y="1056"/>
                <a:ext cx="669"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000">
                    <a:solidFill>
                      <a:srgbClr val="000000"/>
                    </a:solidFill>
                  </a:rPr>
                  <a:t> </a:t>
                </a:r>
              </a:p>
              <a:p>
                <a:pPr algn="ctr" eaLnBrk="0" hangingPunct="0">
                  <a:lnSpc>
                    <a:spcPct val="100000"/>
                  </a:lnSpc>
                  <a:spcBef>
                    <a:spcPct val="0"/>
                  </a:spcBef>
                  <a:buClrTx/>
                  <a:buSzTx/>
                  <a:buFontTx/>
                  <a:buNone/>
                </a:pPr>
                <a:endParaRPr lang="en-US" altLang="en-US" sz="2000"/>
              </a:p>
            </p:txBody>
          </p:sp>
          <p:sp>
            <p:nvSpPr>
              <p:cNvPr id="27836" name="Rectangle 188"/>
              <p:cNvSpPr>
                <a:spLocks noChangeArrowheads="1"/>
              </p:cNvSpPr>
              <p:nvPr/>
            </p:nvSpPr>
            <p:spPr bwMode="auto">
              <a:xfrm>
                <a:off x="0" y="1056"/>
                <a:ext cx="755"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837" name="Group 189"/>
            <p:cNvGrpSpPr>
              <a:grpSpLocks/>
            </p:cNvGrpSpPr>
            <p:nvPr/>
          </p:nvGrpSpPr>
          <p:grpSpPr bwMode="auto">
            <a:xfrm>
              <a:off x="1437" y="1800"/>
              <a:ext cx="1024" cy="208"/>
              <a:chOff x="755" y="1056"/>
              <a:chExt cx="769" cy="480"/>
            </a:xfrm>
          </p:grpSpPr>
          <p:sp>
            <p:nvSpPr>
              <p:cNvPr id="27838" name="Rectangle 190"/>
              <p:cNvSpPr>
                <a:spLocks noChangeArrowheads="1"/>
              </p:cNvSpPr>
              <p:nvPr/>
            </p:nvSpPr>
            <p:spPr bwMode="auto">
              <a:xfrm>
                <a:off x="798" y="1056"/>
                <a:ext cx="683"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1</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7839" name="Rectangle 191"/>
              <p:cNvSpPr>
                <a:spLocks noChangeArrowheads="1"/>
              </p:cNvSpPr>
              <p:nvPr/>
            </p:nvSpPr>
            <p:spPr bwMode="auto">
              <a:xfrm>
                <a:off x="755" y="1056"/>
                <a:ext cx="769"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840" name="Group 192"/>
            <p:cNvGrpSpPr>
              <a:grpSpLocks/>
            </p:cNvGrpSpPr>
            <p:nvPr/>
          </p:nvGrpSpPr>
          <p:grpSpPr bwMode="auto">
            <a:xfrm>
              <a:off x="2461" y="1800"/>
              <a:ext cx="1066" cy="208"/>
              <a:chOff x="1524" y="1056"/>
              <a:chExt cx="800" cy="480"/>
            </a:xfrm>
          </p:grpSpPr>
          <p:sp>
            <p:nvSpPr>
              <p:cNvPr id="27841" name="Rectangle 193"/>
              <p:cNvSpPr>
                <a:spLocks noChangeArrowheads="1"/>
              </p:cNvSpPr>
              <p:nvPr/>
            </p:nvSpPr>
            <p:spPr bwMode="auto">
              <a:xfrm>
                <a:off x="1567" y="1056"/>
                <a:ext cx="714"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1</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7842" name="Rectangle 194"/>
              <p:cNvSpPr>
                <a:spLocks noChangeArrowheads="1"/>
              </p:cNvSpPr>
              <p:nvPr/>
            </p:nvSpPr>
            <p:spPr bwMode="auto">
              <a:xfrm>
                <a:off x="1524" y="1056"/>
                <a:ext cx="800"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843" name="Group 195"/>
            <p:cNvGrpSpPr>
              <a:grpSpLocks/>
            </p:cNvGrpSpPr>
            <p:nvPr/>
          </p:nvGrpSpPr>
          <p:grpSpPr bwMode="auto">
            <a:xfrm>
              <a:off x="3527" y="1800"/>
              <a:ext cx="936" cy="208"/>
              <a:chOff x="2324" y="1056"/>
              <a:chExt cx="703" cy="480"/>
            </a:xfrm>
          </p:grpSpPr>
          <p:sp>
            <p:nvSpPr>
              <p:cNvPr id="27844" name="Rectangle 196"/>
              <p:cNvSpPr>
                <a:spLocks noChangeArrowheads="1"/>
              </p:cNvSpPr>
              <p:nvPr/>
            </p:nvSpPr>
            <p:spPr bwMode="auto">
              <a:xfrm>
                <a:off x="2367" y="1056"/>
                <a:ext cx="617"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3</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7845" name="Rectangle 197"/>
              <p:cNvSpPr>
                <a:spLocks noChangeArrowheads="1"/>
              </p:cNvSpPr>
              <p:nvPr/>
            </p:nvSpPr>
            <p:spPr bwMode="auto">
              <a:xfrm>
                <a:off x="2324" y="1056"/>
                <a:ext cx="703"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846" name="Group 198"/>
            <p:cNvGrpSpPr>
              <a:grpSpLocks/>
            </p:cNvGrpSpPr>
            <p:nvPr/>
          </p:nvGrpSpPr>
          <p:grpSpPr bwMode="auto">
            <a:xfrm>
              <a:off x="4463" y="1800"/>
              <a:ext cx="1153" cy="208"/>
              <a:chOff x="3027" y="1056"/>
              <a:chExt cx="866" cy="480"/>
            </a:xfrm>
          </p:grpSpPr>
          <p:sp>
            <p:nvSpPr>
              <p:cNvPr id="27847" name="Rectangle 199"/>
              <p:cNvSpPr>
                <a:spLocks noChangeArrowheads="1"/>
              </p:cNvSpPr>
              <p:nvPr/>
            </p:nvSpPr>
            <p:spPr bwMode="auto">
              <a:xfrm>
                <a:off x="3070" y="1056"/>
                <a:ext cx="780"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6</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7848" name="Rectangle 200"/>
              <p:cNvSpPr>
                <a:spLocks noChangeArrowheads="1"/>
              </p:cNvSpPr>
              <p:nvPr/>
            </p:nvSpPr>
            <p:spPr bwMode="auto">
              <a:xfrm>
                <a:off x="3027" y="1056"/>
                <a:ext cx="866"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849" name="Group 201"/>
            <p:cNvGrpSpPr>
              <a:grpSpLocks/>
            </p:cNvGrpSpPr>
            <p:nvPr/>
          </p:nvGrpSpPr>
          <p:grpSpPr bwMode="auto">
            <a:xfrm>
              <a:off x="432" y="2008"/>
              <a:ext cx="1005" cy="207"/>
              <a:chOff x="0" y="1536"/>
              <a:chExt cx="755" cy="480"/>
            </a:xfrm>
          </p:grpSpPr>
          <p:sp>
            <p:nvSpPr>
              <p:cNvPr id="27850" name="Rectangle 202"/>
              <p:cNvSpPr>
                <a:spLocks noChangeArrowheads="1"/>
              </p:cNvSpPr>
              <p:nvPr/>
            </p:nvSpPr>
            <p:spPr bwMode="auto">
              <a:xfrm>
                <a:off x="43" y="1536"/>
                <a:ext cx="669"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400">
                    <a:solidFill>
                      <a:srgbClr val="000000"/>
                    </a:solidFill>
                  </a:rPr>
                  <a:t>JOHN</a:t>
                </a:r>
              </a:p>
              <a:p>
                <a:pPr algn="ctr" eaLnBrk="0" hangingPunct="0">
                  <a:lnSpc>
                    <a:spcPct val="100000"/>
                  </a:lnSpc>
                  <a:spcBef>
                    <a:spcPct val="0"/>
                  </a:spcBef>
                  <a:buClrTx/>
                  <a:buSzTx/>
                  <a:buFontTx/>
                  <a:buNone/>
                </a:pPr>
                <a:endParaRPr lang="en-US" altLang="en-US" sz="2000"/>
              </a:p>
            </p:txBody>
          </p:sp>
          <p:sp>
            <p:nvSpPr>
              <p:cNvPr id="27851" name="Rectangle 203"/>
              <p:cNvSpPr>
                <a:spLocks noChangeArrowheads="1"/>
              </p:cNvSpPr>
              <p:nvPr/>
            </p:nvSpPr>
            <p:spPr bwMode="auto">
              <a:xfrm>
                <a:off x="0" y="1536"/>
                <a:ext cx="755"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852" name="Group 204"/>
            <p:cNvGrpSpPr>
              <a:grpSpLocks/>
            </p:cNvGrpSpPr>
            <p:nvPr/>
          </p:nvGrpSpPr>
          <p:grpSpPr bwMode="auto">
            <a:xfrm>
              <a:off x="1437" y="2008"/>
              <a:ext cx="1024" cy="207"/>
              <a:chOff x="755" y="1536"/>
              <a:chExt cx="769" cy="480"/>
            </a:xfrm>
          </p:grpSpPr>
          <p:sp>
            <p:nvSpPr>
              <p:cNvPr id="27853" name="Rectangle 205"/>
              <p:cNvSpPr>
                <a:spLocks noChangeArrowheads="1"/>
              </p:cNvSpPr>
              <p:nvPr/>
            </p:nvSpPr>
            <p:spPr bwMode="auto">
              <a:xfrm>
                <a:off x="798" y="1536"/>
                <a:ext cx="683"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2</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7854" name="Rectangle 206"/>
              <p:cNvSpPr>
                <a:spLocks noChangeArrowheads="1"/>
              </p:cNvSpPr>
              <p:nvPr/>
            </p:nvSpPr>
            <p:spPr bwMode="auto">
              <a:xfrm>
                <a:off x="755" y="1536"/>
                <a:ext cx="769"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855" name="Group 207"/>
            <p:cNvGrpSpPr>
              <a:grpSpLocks/>
            </p:cNvGrpSpPr>
            <p:nvPr/>
          </p:nvGrpSpPr>
          <p:grpSpPr bwMode="auto">
            <a:xfrm>
              <a:off x="2461" y="2008"/>
              <a:ext cx="1066" cy="207"/>
              <a:chOff x="1524" y="1536"/>
              <a:chExt cx="800" cy="480"/>
            </a:xfrm>
          </p:grpSpPr>
          <p:sp>
            <p:nvSpPr>
              <p:cNvPr id="27856" name="Rectangle 208"/>
              <p:cNvSpPr>
                <a:spLocks noChangeArrowheads="1"/>
              </p:cNvSpPr>
              <p:nvPr/>
            </p:nvSpPr>
            <p:spPr bwMode="auto">
              <a:xfrm>
                <a:off x="1567" y="1536"/>
                <a:ext cx="714"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1</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7857" name="Rectangle 209"/>
              <p:cNvSpPr>
                <a:spLocks noChangeArrowheads="1"/>
              </p:cNvSpPr>
              <p:nvPr/>
            </p:nvSpPr>
            <p:spPr bwMode="auto">
              <a:xfrm>
                <a:off x="1524" y="1536"/>
                <a:ext cx="800"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858" name="Group 210"/>
            <p:cNvGrpSpPr>
              <a:grpSpLocks/>
            </p:cNvGrpSpPr>
            <p:nvPr/>
          </p:nvGrpSpPr>
          <p:grpSpPr bwMode="auto">
            <a:xfrm>
              <a:off x="3527" y="2008"/>
              <a:ext cx="936" cy="207"/>
              <a:chOff x="2324" y="1536"/>
              <a:chExt cx="703" cy="480"/>
            </a:xfrm>
          </p:grpSpPr>
          <p:sp>
            <p:nvSpPr>
              <p:cNvPr id="27859" name="Rectangle 211"/>
              <p:cNvSpPr>
                <a:spLocks noChangeArrowheads="1"/>
              </p:cNvSpPr>
              <p:nvPr/>
            </p:nvSpPr>
            <p:spPr bwMode="auto">
              <a:xfrm>
                <a:off x="2367" y="1536"/>
                <a:ext cx="617"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3</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7860" name="Rectangle 212"/>
              <p:cNvSpPr>
                <a:spLocks noChangeArrowheads="1"/>
              </p:cNvSpPr>
              <p:nvPr/>
            </p:nvSpPr>
            <p:spPr bwMode="auto">
              <a:xfrm>
                <a:off x="2324" y="1536"/>
                <a:ext cx="703"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861" name="Group 213"/>
            <p:cNvGrpSpPr>
              <a:grpSpLocks/>
            </p:cNvGrpSpPr>
            <p:nvPr/>
          </p:nvGrpSpPr>
          <p:grpSpPr bwMode="auto">
            <a:xfrm>
              <a:off x="4463" y="2008"/>
              <a:ext cx="1153" cy="207"/>
              <a:chOff x="3027" y="1536"/>
              <a:chExt cx="866" cy="480"/>
            </a:xfrm>
          </p:grpSpPr>
          <p:sp>
            <p:nvSpPr>
              <p:cNvPr id="27862" name="Rectangle 214"/>
              <p:cNvSpPr>
                <a:spLocks noChangeArrowheads="1"/>
              </p:cNvSpPr>
              <p:nvPr/>
            </p:nvSpPr>
            <p:spPr bwMode="auto">
              <a:xfrm>
                <a:off x="3070" y="1536"/>
                <a:ext cx="780"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6</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7863" name="Rectangle 215"/>
              <p:cNvSpPr>
                <a:spLocks noChangeArrowheads="1"/>
              </p:cNvSpPr>
              <p:nvPr/>
            </p:nvSpPr>
            <p:spPr bwMode="auto">
              <a:xfrm>
                <a:off x="3027" y="1536"/>
                <a:ext cx="866"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864" name="Group 216"/>
            <p:cNvGrpSpPr>
              <a:grpSpLocks/>
            </p:cNvGrpSpPr>
            <p:nvPr/>
          </p:nvGrpSpPr>
          <p:grpSpPr bwMode="auto">
            <a:xfrm>
              <a:off x="432" y="2215"/>
              <a:ext cx="1005" cy="208"/>
              <a:chOff x="0" y="2016"/>
              <a:chExt cx="755" cy="480"/>
            </a:xfrm>
          </p:grpSpPr>
          <p:sp>
            <p:nvSpPr>
              <p:cNvPr id="27865" name="Rectangle 217"/>
              <p:cNvSpPr>
                <a:spLocks noChangeArrowheads="1"/>
              </p:cNvSpPr>
              <p:nvPr/>
            </p:nvSpPr>
            <p:spPr bwMode="auto">
              <a:xfrm>
                <a:off x="43" y="2016"/>
                <a:ext cx="669"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000">
                    <a:solidFill>
                      <a:srgbClr val="000000"/>
                    </a:solidFill>
                  </a:rPr>
                  <a:t> </a:t>
                </a:r>
              </a:p>
              <a:p>
                <a:pPr algn="ctr" eaLnBrk="0" hangingPunct="0">
                  <a:lnSpc>
                    <a:spcPct val="100000"/>
                  </a:lnSpc>
                  <a:spcBef>
                    <a:spcPct val="0"/>
                  </a:spcBef>
                  <a:buClrTx/>
                  <a:buSzTx/>
                  <a:buFontTx/>
                  <a:buNone/>
                </a:pPr>
                <a:endParaRPr lang="en-US" altLang="en-US" sz="2000"/>
              </a:p>
            </p:txBody>
          </p:sp>
          <p:sp>
            <p:nvSpPr>
              <p:cNvPr id="27866" name="Rectangle 218"/>
              <p:cNvSpPr>
                <a:spLocks noChangeArrowheads="1"/>
              </p:cNvSpPr>
              <p:nvPr/>
            </p:nvSpPr>
            <p:spPr bwMode="auto">
              <a:xfrm>
                <a:off x="0" y="2016"/>
                <a:ext cx="755"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867" name="Group 219"/>
            <p:cNvGrpSpPr>
              <a:grpSpLocks/>
            </p:cNvGrpSpPr>
            <p:nvPr/>
          </p:nvGrpSpPr>
          <p:grpSpPr bwMode="auto">
            <a:xfrm>
              <a:off x="1437" y="2215"/>
              <a:ext cx="1024" cy="208"/>
              <a:chOff x="755" y="2016"/>
              <a:chExt cx="769" cy="480"/>
            </a:xfrm>
          </p:grpSpPr>
          <p:sp>
            <p:nvSpPr>
              <p:cNvPr id="27868" name="Rectangle 220"/>
              <p:cNvSpPr>
                <a:spLocks noChangeArrowheads="1"/>
              </p:cNvSpPr>
              <p:nvPr/>
            </p:nvSpPr>
            <p:spPr bwMode="auto">
              <a:xfrm>
                <a:off x="798" y="2016"/>
                <a:ext cx="683"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3</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7869" name="Rectangle 221"/>
              <p:cNvSpPr>
                <a:spLocks noChangeArrowheads="1"/>
              </p:cNvSpPr>
              <p:nvPr/>
            </p:nvSpPr>
            <p:spPr bwMode="auto">
              <a:xfrm>
                <a:off x="755" y="2016"/>
                <a:ext cx="769"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870" name="Group 222"/>
            <p:cNvGrpSpPr>
              <a:grpSpLocks/>
            </p:cNvGrpSpPr>
            <p:nvPr/>
          </p:nvGrpSpPr>
          <p:grpSpPr bwMode="auto">
            <a:xfrm>
              <a:off x="2461" y="2215"/>
              <a:ext cx="1066" cy="208"/>
              <a:chOff x="1524" y="2016"/>
              <a:chExt cx="800" cy="480"/>
            </a:xfrm>
          </p:grpSpPr>
          <p:sp>
            <p:nvSpPr>
              <p:cNvPr id="27871" name="Rectangle 223"/>
              <p:cNvSpPr>
                <a:spLocks noChangeArrowheads="1"/>
              </p:cNvSpPr>
              <p:nvPr/>
            </p:nvSpPr>
            <p:spPr bwMode="auto">
              <a:xfrm>
                <a:off x="1567" y="2016"/>
                <a:ext cx="714"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1</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7872" name="Rectangle 224"/>
              <p:cNvSpPr>
                <a:spLocks noChangeArrowheads="1"/>
              </p:cNvSpPr>
              <p:nvPr/>
            </p:nvSpPr>
            <p:spPr bwMode="auto">
              <a:xfrm>
                <a:off x="1524" y="2016"/>
                <a:ext cx="800"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873" name="Group 225"/>
            <p:cNvGrpSpPr>
              <a:grpSpLocks/>
            </p:cNvGrpSpPr>
            <p:nvPr/>
          </p:nvGrpSpPr>
          <p:grpSpPr bwMode="auto">
            <a:xfrm>
              <a:off x="3527" y="2215"/>
              <a:ext cx="936" cy="208"/>
              <a:chOff x="2324" y="2016"/>
              <a:chExt cx="703" cy="480"/>
            </a:xfrm>
          </p:grpSpPr>
          <p:sp>
            <p:nvSpPr>
              <p:cNvPr id="27874" name="Rectangle 226"/>
              <p:cNvSpPr>
                <a:spLocks noChangeArrowheads="1"/>
              </p:cNvSpPr>
              <p:nvPr/>
            </p:nvSpPr>
            <p:spPr bwMode="auto">
              <a:xfrm>
                <a:off x="2367" y="2016"/>
                <a:ext cx="617"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3</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7875" name="Rectangle 227"/>
              <p:cNvSpPr>
                <a:spLocks noChangeArrowheads="1"/>
              </p:cNvSpPr>
              <p:nvPr/>
            </p:nvSpPr>
            <p:spPr bwMode="auto">
              <a:xfrm>
                <a:off x="2324" y="2016"/>
                <a:ext cx="703"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876" name="Group 228"/>
            <p:cNvGrpSpPr>
              <a:grpSpLocks/>
            </p:cNvGrpSpPr>
            <p:nvPr/>
          </p:nvGrpSpPr>
          <p:grpSpPr bwMode="auto">
            <a:xfrm>
              <a:off x="4463" y="2215"/>
              <a:ext cx="1153" cy="208"/>
              <a:chOff x="3027" y="2016"/>
              <a:chExt cx="866" cy="480"/>
            </a:xfrm>
          </p:grpSpPr>
          <p:sp>
            <p:nvSpPr>
              <p:cNvPr id="27877" name="Rectangle 229"/>
              <p:cNvSpPr>
                <a:spLocks noChangeArrowheads="1"/>
              </p:cNvSpPr>
              <p:nvPr/>
            </p:nvSpPr>
            <p:spPr bwMode="auto">
              <a:xfrm>
                <a:off x="3070" y="2016"/>
                <a:ext cx="780"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6</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7878" name="Rectangle 230"/>
              <p:cNvSpPr>
                <a:spLocks noChangeArrowheads="1"/>
              </p:cNvSpPr>
              <p:nvPr/>
            </p:nvSpPr>
            <p:spPr bwMode="auto">
              <a:xfrm>
                <a:off x="3027" y="2016"/>
                <a:ext cx="866"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879" name="Group 231"/>
            <p:cNvGrpSpPr>
              <a:grpSpLocks/>
            </p:cNvGrpSpPr>
            <p:nvPr/>
          </p:nvGrpSpPr>
          <p:grpSpPr bwMode="auto">
            <a:xfrm>
              <a:off x="432" y="2423"/>
              <a:ext cx="1005" cy="166"/>
              <a:chOff x="0" y="2496"/>
              <a:chExt cx="755" cy="384"/>
            </a:xfrm>
          </p:grpSpPr>
          <p:sp>
            <p:nvSpPr>
              <p:cNvPr id="27880" name="Rectangle 232"/>
              <p:cNvSpPr>
                <a:spLocks noChangeArrowheads="1"/>
              </p:cNvSpPr>
              <p:nvPr/>
            </p:nvSpPr>
            <p:spPr bwMode="auto">
              <a:xfrm>
                <a:off x="43" y="2496"/>
                <a:ext cx="669"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000">
                    <a:solidFill>
                      <a:srgbClr val="000000"/>
                    </a:solidFill>
                  </a:rPr>
                  <a:t> </a:t>
                </a:r>
              </a:p>
              <a:p>
                <a:pPr algn="ctr" eaLnBrk="0" hangingPunct="0">
                  <a:lnSpc>
                    <a:spcPct val="100000"/>
                  </a:lnSpc>
                  <a:spcBef>
                    <a:spcPct val="0"/>
                  </a:spcBef>
                  <a:buClrTx/>
                  <a:buSzTx/>
                  <a:buFontTx/>
                  <a:buNone/>
                </a:pPr>
                <a:endParaRPr lang="en-US" altLang="en-US" sz="2000"/>
              </a:p>
            </p:txBody>
          </p:sp>
          <p:sp>
            <p:nvSpPr>
              <p:cNvPr id="27881" name="Rectangle 233"/>
              <p:cNvSpPr>
                <a:spLocks noChangeArrowheads="1"/>
              </p:cNvSpPr>
              <p:nvPr/>
            </p:nvSpPr>
            <p:spPr bwMode="auto">
              <a:xfrm>
                <a:off x="0" y="2496"/>
                <a:ext cx="755"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882" name="Group 234"/>
            <p:cNvGrpSpPr>
              <a:grpSpLocks/>
            </p:cNvGrpSpPr>
            <p:nvPr/>
          </p:nvGrpSpPr>
          <p:grpSpPr bwMode="auto">
            <a:xfrm>
              <a:off x="1437" y="2423"/>
              <a:ext cx="1024" cy="166"/>
              <a:chOff x="755" y="2496"/>
              <a:chExt cx="769" cy="384"/>
            </a:xfrm>
          </p:grpSpPr>
          <p:sp>
            <p:nvSpPr>
              <p:cNvPr id="27883" name="Rectangle 235"/>
              <p:cNvSpPr>
                <a:spLocks noChangeArrowheads="1"/>
              </p:cNvSpPr>
              <p:nvPr/>
            </p:nvSpPr>
            <p:spPr bwMode="auto">
              <a:xfrm>
                <a:off x="798" y="2496"/>
                <a:ext cx="683"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000">
                    <a:solidFill>
                      <a:srgbClr val="000000"/>
                    </a:solidFill>
                  </a:rPr>
                  <a:t> </a:t>
                </a:r>
              </a:p>
              <a:p>
                <a:pPr algn="ctr" eaLnBrk="0" hangingPunct="0">
                  <a:lnSpc>
                    <a:spcPct val="100000"/>
                  </a:lnSpc>
                  <a:spcBef>
                    <a:spcPct val="0"/>
                  </a:spcBef>
                  <a:buClrTx/>
                  <a:buSzTx/>
                  <a:buFontTx/>
                  <a:buNone/>
                </a:pPr>
                <a:endParaRPr lang="en-US" altLang="en-US" sz="2000"/>
              </a:p>
            </p:txBody>
          </p:sp>
          <p:sp>
            <p:nvSpPr>
              <p:cNvPr id="27884" name="Rectangle 236"/>
              <p:cNvSpPr>
                <a:spLocks noChangeArrowheads="1"/>
              </p:cNvSpPr>
              <p:nvPr/>
            </p:nvSpPr>
            <p:spPr bwMode="auto">
              <a:xfrm>
                <a:off x="755" y="2496"/>
                <a:ext cx="769"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885" name="Group 237"/>
            <p:cNvGrpSpPr>
              <a:grpSpLocks/>
            </p:cNvGrpSpPr>
            <p:nvPr/>
          </p:nvGrpSpPr>
          <p:grpSpPr bwMode="auto">
            <a:xfrm>
              <a:off x="2461" y="2423"/>
              <a:ext cx="1066" cy="166"/>
              <a:chOff x="1524" y="2496"/>
              <a:chExt cx="800" cy="384"/>
            </a:xfrm>
          </p:grpSpPr>
          <p:sp>
            <p:nvSpPr>
              <p:cNvPr id="27886" name="Rectangle 238"/>
              <p:cNvSpPr>
                <a:spLocks noChangeArrowheads="1"/>
              </p:cNvSpPr>
              <p:nvPr/>
            </p:nvSpPr>
            <p:spPr bwMode="auto">
              <a:xfrm>
                <a:off x="1567" y="2496"/>
                <a:ext cx="714"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000">
                    <a:solidFill>
                      <a:srgbClr val="000000"/>
                    </a:solidFill>
                  </a:rPr>
                  <a:t> </a:t>
                </a:r>
              </a:p>
              <a:p>
                <a:pPr algn="ctr" eaLnBrk="0" hangingPunct="0">
                  <a:lnSpc>
                    <a:spcPct val="100000"/>
                  </a:lnSpc>
                  <a:spcBef>
                    <a:spcPct val="0"/>
                  </a:spcBef>
                  <a:buClrTx/>
                  <a:buSzTx/>
                  <a:buFontTx/>
                  <a:buNone/>
                </a:pPr>
                <a:endParaRPr lang="en-US" altLang="en-US" sz="2000"/>
              </a:p>
            </p:txBody>
          </p:sp>
          <p:sp>
            <p:nvSpPr>
              <p:cNvPr id="27887" name="Rectangle 239"/>
              <p:cNvSpPr>
                <a:spLocks noChangeArrowheads="1"/>
              </p:cNvSpPr>
              <p:nvPr/>
            </p:nvSpPr>
            <p:spPr bwMode="auto">
              <a:xfrm>
                <a:off x="1524" y="2496"/>
                <a:ext cx="800"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888" name="Group 240"/>
            <p:cNvGrpSpPr>
              <a:grpSpLocks/>
            </p:cNvGrpSpPr>
            <p:nvPr/>
          </p:nvGrpSpPr>
          <p:grpSpPr bwMode="auto">
            <a:xfrm>
              <a:off x="3527" y="2423"/>
              <a:ext cx="936" cy="166"/>
              <a:chOff x="2324" y="2496"/>
              <a:chExt cx="703" cy="384"/>
            </a:xfrm>
          </p:grpSpPr>
          <p:sp>
            <p:nvSpPr>
              <p:cNvPr id="27889" name="Rectangle 241"/>
              <p:cNvSpPr>
                <a:spLocks noChangeArrowheads="1"/>
              </p:cNvSpPr>
              <p:nvPr/>
            </p:nvSpPr>
            <p:spPr bwMode="auto">
              <a:xfrm>
                <a:off x="2367" y="2496"/>
                <a:ext cx="617"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000">
                    <a:solidFill>
                      <a:srgbClr val="000000"/>
                    </a:solidFill>
                  </a:rPr>
                  <a:t> </a:t>
                </a:r>
              </a:p>
              <a:p>
                <a:pPr algn="ctr" eaLnBrk="0" hangingPunct="0">
                  <a:lnSpc>
                    <a:spcPct val="100000"/>
                  </a:lnSpc>
                  <a:spcBef>
                    <a:spcPct val="0"/>
                  </a:spcBef>
                  <a:buClrTx/>
                  <a:buSzTx/>
                  <a:buFontTx/>
                  <a:buNone/>
                </a:pPr>
                <a:endParaRPr lang="en-US" altLang="en-US" sz="2000"/>
              </a:p>
            </p:txBody>
          </p:sp>
          <p:sp>
            <p:nvSpPr>
              <p:cNvPr id="27890" name="Rectangle 242"/>
              <p:cNvSpPr>
                <a:spLocks noChangeArrowheads="1"/>
              </p:cNvSpPr>
              <p:nvPr/>
            </p:nvSpPr>
            <p:spPr bwMode="auto">
              <a:xfrm>
                <a:off x="2324" y="2496"/>
                <a:ext cx="703"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891" name="Group 243"/>
            <p:cNvGrpSpPr>
              <a:grpSpLocks/>
            </p:cNvGrpSpPr>
            <p:nvPr/>
          </p:nvGrpSpPr>
          <p:grpSpPr bwMode="auto">
            <a:xfrm>
              <a:off x="4463" y="2423"/>
              <a:ext cx="1153" cy="166"/>
              <a:chOff x="3027" y="2496"/>
              <a:chExt cx="866" cy="384"/>
            </a:xfrm>
          </p:grpSpPr>
          <p:sp>
            <p:nvSpPr>
              <p:cNvPr id="27892" name="Rectangle 244"/>
              <p:cNvSpPr>
                <a:spLocks noChangeArrowheads="1"/>
              </p:cNvSpPr>
              <p:nvPr/>
            </p:nvSpPr>
            <p:spPr bwMode="auto">
              <a:xfrm>
                <a:off x="3070" y="2496"/>
                <a:ext cx="780"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000">
                    <a:solidFill>
                      <a:srgbClr val="000000"/>
                    </a:solidFill>
                  </a:rPr>
                  <a:t> </a:t>
                </a:r>
              </a:p>
              <a:p>
                <a:pPr algn="ctr" eaLnBrk="0" hangingPunct="0">
                  <a:lnSpc>
                    <a:spcPct val="100000"/>
                  </a:lnSpc>
                  <a:spcBef>
                    <a:spcPct val="0"/>
                  </a:spcBef>
                  <a:buClrTx/>
                  <a:buSzTx/>
                  <a:buFontTx/>
                  <a:buNone/>
                </a:pPr>
                <a:endParaRPr lang="en-US" altLang="en-US" sz="2000"/>
              </a:p>
            </p:txBody>
          </p:sp>
          <p:sp>
            <p:nvSpPr>
              <p:cNvPr id="27893" name="Rectangle 245"/>
              <p:cNvSpPr>
                <a:spLocks noChangeArrowheads="1"/>
              </p:cNvSpPr>
              <p:nvPr/>
            </p:nvSpPr>
            <p:spPr bwMode="auto">
              <a:xfrm>
                <a:off x="3027" y="2496"/>
                <a:ext cx="866"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894" name="Group 246"/>
            <p:cNvGrpSpPr>
              <a:grpSpLocks/>
            </p:cNvGrpSpPr>
            <p:nvPr/>
          </p:nvGrpSpPr>
          <p:grpSpPr bwMode="auto">
            <a:xfrm>
              <a:off x="432" y="2589"/>
              <a:ext cx="1005" cy="207"/>
              <a:chOff x="0" y="2880"/>
              <a:chExt cx="755" cy="480"/>
            </a:xfrm>
          </p:grpSpPr>
          <p:sp>
            <p:nvSpPr>
              <p:cNvPr id="27895" name="Rectangle 247"/>
              <p:cNvSpPr>
                <a:spLocks noChangeArrowheads="1"/>
              </p:cNvSpPr>
              <p:nvPr/>
            </p:nvSpPr>
            <p:spPr bwMode="auto">
              <a:xfrm>
                <a:off x="43" y="2880"/>
                <a:ext cx="669"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400">
                    <a:solidFill>
                      <a:srgbClr val="000000"/>
                    </a:solidFill>
                  </a:rPr>
                  <a:t>SMITH</a:t>
                </a:r>
              </a:p>
              <a:p>
                <a:pPr algn="ctr" eaLnBrk="0" hangingPunct="0">
                  <a:lnSpc>
                    <a:spcPct val="100000"/>
                  </a:lnSpc>
                  <a:spcBef>
                    <a:spcPct val="0"/>
                  </a:spcBef>
                  <a:buClrTx/>
                  <a:buSzTx/>
                  <a:buFontTx/>
                  <a:buNone/>
                </a:pPr>
                <a:endParaRPr lang="en-US" altLang="en-US" sz="2000"/>
              </a:p>
            </p:txBody>
          </p:sp>
          <p:sp>
            <p:nvSpPr>
              <p:cNvPr id="27896" name="Rectangle 248"/>
              <p:cNvSpPr>
                <a:spLocks noChangeArrowheads="1"/>
              </p:cNvSpPr>
              <p:nvPr/>
            </p:nvSpPr>
            <p:spPr bwMode="auto">
              <a:xfrm>
                <a:off x="0" y="2880"/>
                <a:ext cx="755"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897" name="Group 249"/>
            <p:cNvGrpSpPr>
              <a:grpSpLocks/>
            </p:cNvGrpSpPr>
            <p:nvPr/>
          </p:nvGrpSpPr>
          <p:grpSpPr bwMode="auto">
            <a:xfrm>
              <a:off x="1437" y="2589"/>
              <a:ext cx="1024" cy="207"/>
              <a:chOff x="755" y="2880"/>
              <a:chExt cx="769" cy="480"/>
            </a:xfrm>
          </p:grpSpPr>
          <p:sp>
            <p:nvSpPr>
              <p:cNvPr id="27898" name="Rectangle 250"/>
              <p:cNvSpPr>
                <a:spLocks noChangeArrowheads="1"/>
              </p:cNvSpPr>
              <p:nvPr/>
            </p:nvSpPr>
            <p:spPr bwMode="auto">
              <a:xfrm>
                <a:off x="798" y="2880"/>
                <a:ext cx="683"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1</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7899" name="Rectangle 251"/>
              <p:cNvSpPr>
                <a:spLocks noChangeArrowheads="1"/>
              </p:cNvSpPr>
              <p:nvPr/>
            </p:nvSpPr>
            <p:spPr bwMode="auto">
              <a:xfrm>
                <a:off x="755" y="2880"/>
                <a:ext cx="769"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900" name="Group 252"/>
            <p:cNvGrpSpPr>
              <a:grpSpLocks/>
            </p:cNvGrpSpPr>
            <p:nvPr/>
          </p:nvGrpSpPr>
          <p:grpSpPr bwMode="auto">
            <a:xfrm>
              <a:off x="2461" y="2589"/>
              <a:ext cx="1066" cy="207"/>
              <a:chOff x="1524" y="2880"/>
              <a:chExt cx="800" cy="480"/>
            </a:xfrm>
          </p:grpSpPr>
          <p:sp>
            <p:nvSpPr>
              <p:cNvPr id="27901" name="Rectangle 253"/>
              <p:cNvSpPr>
                <a:spLocks noChangeArrowheads="1"/>
              </p:cNvSpPr>
              <p:nvPr/>
            </p:nvSpPr>
            <p:spPr bwMode="auto">
              <a:xfrm>
                <a:off x="1567" y="2880"/>
                <a:ext cx="714"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2</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7902" name="Rectangle 254"/>
              <p:cNvSpPr>
                <a:spLocks noChangeArrowheads="1"/>
              </p:cNvSpPr>
              <p:nvPr/>
            </p:nvSpPr>
            <p:spPr bwMode="auto">
              <a:xfrm>
                <a:off x="1524" y="2880"/>
                <a:ext cx="800"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903" name="Group 255"/>
            <p:cNvGrpSpPr>
              <a:grpSpLocks/>
            </p:cNvGrpSpPr>
            <p:nvPr/>
          </p:nvGrpSpPr>
          <p:grpSpPr bwMode="auto">
            <a:xfrm>
              <a:off x="3527" y="2589"/>
              <a:ext cx="936" cy="207"/>
              <a:chOff x="2324" y="2880"/>
              <a:chExt cx="703" cy="480"/>
            </a:xfrm>
          </p:grpSpPr>
          <p:sp>
            <p:nvSpPr>
              <p:cNvPr id="27904" name="Rectangle 256"/>
              <p:cNvSpPr>
                <a:spLocks noChangeArrowheads="1"/>
              </p:cNvSpPr>
              <p:nvPr/>
            </p:nvSpPr>
            <p:spPr bwMode="auto">
              <a:xfrm>
                <a:off x="2367" y="2880"/>
                <a:ext cx="617"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6</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7905" name="Rectangle 257"/>
              <p:cNvSpPr>
                <a:spLocks noChangeArrowheads="1"/>
              </p:cNvSpPr>
              <p:nvPr/>
            </p:nvSpPr>
            <p:spPr bwMode="auto">
              <a:xfrm>
                <a:off x="2324" y="2880"/>
                <a:ext cx="703"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906" name="Group 258"/>
            <p:cNvGrpSpPr>
              <a:grpSpLocks/>
            </p:cNvGrpSpPr>
            <p:nvPr/>
          </p:nvGrpSpPr>
          <p:grpSpPr bwMode="auto">
            <a:xfrm>
              <a:off x="4463" y="2589"/>
              <a:ext cx="1153" cy="207"/>
              <a:chOff x="3027" y="2880"/>
              <a:chExt cx="866" cy="480"/>
            </a:xfrm>
          </p:grpSpPr>
          <p:sp>
            <p:nvSpPr>
              <p:cNvPr id="27907" name="Rectangle 259"/>
              <p:cNvSpPr>
                <a:spLocks noChangeArrowheads="1"/>
              </p:cNvSpPr>
              <p:nvPr/>
            </p:nvSpPr>
            <p:spPr bwMode="auto">
              <a:xfrm>
                <a:off x="3070" y="2880"/>
                <a:ext cx="780"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12</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7908" name="Rectangle 260"/>
              <p:cNvSpPr>
                <a:spLocks noChangeArrowheads="1"/>
              </p:cNvSpPr>
              <p:nvPr/>
            </p:nvSpPr>
            <p:spPr bwMode="auto">
              <a:xfrm>
                <a:off x="3027" y="2880"/>
                <a:ext cx="866"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909" name="Group 261"/>
            <p:cNvGrpSpPr>
              <a:grpSpLocks/>
            </p:cNvGrpSpPr>
            <p:nvPr/>
          </p:nvGrpSpPr>
          <p:grpSpPr bwMode="auto">
            <a:xfrm>
              <a:off x="432" y="2796"/>
              <a:ext cx="1005" cy="166"/>
              <a:chOff x="0" y="3360"/>
              <a:chExt cx="755" cy="384"/>
            </a:xfrm>
          </p:grpSpPr>
          <p:sp>
            <p:nvSpPr>
              <p:cNvPr id="27910" name="Rectangle 262"/>
              <p:cNvSpPr>
                <a:spLocks noChangeArrowheads="1"/>
              </p:cNvSpPr>
              <p:nvPr/>
            </p:nvSpPr>
            <p:spPr bwMode="auto">
              <a:xfrm>
                <a:off x="43" y="3360"/>
                <a:ext cx="669"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000">
                    <a:solidFill>
                      <a:srgbClr val="000000"/>
                    </a:solidFill>
                  </a:rPr>
                  <a:t> </a:t>
                </a:r>
              </a:p>
              <a:p>
                <a:pPr algn="ctr" eaLnBrk="0" hangingPunct="0">
                  <a:lnSpc>
                    <a:spcPct val="100000"/>
                  </a:lnSpc>
                  <a:spcBef>
                    <a:spcPct val="0"/>
                  </a:spcBef>
                  <a:buClrTx/>
                  <a:buSzTx/>
                  <a:buFontTx/>
                  <a:buNone/>
                </a:pPr>
                <a:endParaRPr lang="en-US" altLang="en-US" sz="2000"/>
              </a:p>
            </p:txBody>
          </p:sp>
          <p:sp>
            <p:nvSpPr>
              <p:cNvPr id="27911" name="Rectangle 263"/>
              <p:cNvSpPr>
                <a:spLocks noChangeArrowheads="1"/>
              </p:cNvSpPr>
              <p:nvPr/>
            </p:nvSpPr>
            <p:spPr bwMode="auto">
              <a:xfrm>
                <a:off x="0" y="3360"/>
                <a:ext cx="755"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912" name="Group 264"/>
            <p:cNvGrpSpPr>
              <a:grpSpLocks/>
            </p:cNvGrpSpPr>
            <p:nvPr/>
          </p:nvGrpSpPr>
          <p:grpSpPr bwMode="auto">
            <a:xfrm>
              <a:off x="1437" y="2796"/>
              <a:ext cx="1024" cy="166"/>
              <a:chOff x="755" y="3360"/>
              <a:chExt cx="769" cy="384"/>
            </a:xfrm>
          </p:grpSpPr>
          <p:sp>
            <p:nvSpPr>
              <p:cNvPr id="27913" name="Rectangle 265"/>
              <p:cNvSpPr>
                <a:spLocks noChangeArrowheads="1"/>
              </p:cNvSpPr>
              <p:nvPr/>
            </p:nvSpPr>
            <p:spPr bwMode="auto">
              <a:xfrm>
                <a:off x="798" y="3360"/>
                <a:ext cx="683"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000">
                    <a:solidFill>
                      <a:srgbClr val="000000"/>
                    </a:solidFill>
                  </a:rPr>
                  <a:t> </a:t>
                </a:r>
              </a:p>
              <a:p>
                <a:pPr algn="ctr" eaLnBrk="0" hangingPunct="0">
                  <a:lnSpc>
                    <a:spcPct val="100000"/>
                  </a:lnSpc>
                  <a:spcBef>
                    <a:spcPct val="0"/>
                  </a:spcBef>
                  <a:buClrTx/>
                  <a:buSzTx/>
                  <a:buFontTx/>
                  <a:buNone/>
                </a:pPr>
                <a:endParaRPr lang="en-US" altLang="en-US" sz="2000"/>
              </a:p>
            </p:txBody>
          </p:sp>
          <p:sp>
            <p:nvSpPr>
              <p:cNvPr id="27914" name="Rectangle 266"/>
              <p:cNvSpPr>
                <a:spLocks noChangeArrowheads="1"/>
              </p:cNvSpPr>
              <p:nvPr/>
            </p:nvSpPr>
            <p:spPr bwMode="auto">
              <a:xfrm>
                <a:off x="755" y="3360"/>
                <a:ext cx="769"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915" name="Group 267"/>
            <p:cNvGrpSpPr>
              <a:grpSpLocks/>
            </p:cNvGrpSpPr>
            <p:nvPr/>
          </p:nvGrpSpPr>
          <p:grpSpPr bwMode="auto">
            <a:xfrm>
              <a:off x="2461" y="2796"/>
              <a:ext cx="1066" cy="166"/>
              <a:chOff x="1524" y="3360"/>
              <a:chExt cx="800" cy="384"/>
            </a:xfrm>
          </p:grpSpPr>
          <p:sp>
            <p:nvSpPr>
              <p:cNvPr id="27916" name="Rectangle 268"/>
              <p:cNvSpPr>
                <a:spLocks noChangeArrowheads="1"/>
              </p:cNvSpPr>
              <p:nvPr/>
            </p:nvSpPr>
            <p:spPr bwMode="auto">
              <a:xfrm>
                <a:off x="1567" y="3360"/>
                <a:ext cx="714"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000">
                    <a:solidFill>
                      <a:srgbClr val="000000"/>
                    </a:solidFill>
                  </a:rPr>
                  <a:t> </a:t>
                </a:r>
              </a:p>
              <a:p>
                <a:pPr algn="ctr" eaLnBrk="0" hangingPunct="0">
                  <a:lnSpc>
                    <a:spcPct val="100000"/>
                  </a:lnSpc>
                  <a:spcBef>
                    <a:spcPct val="0"/>
                  </a:spcBef>
                  <a:buClrTx/>
                  <a:buSzTx/>
                  <a:buFontTx/>
                  <a:buNone/>
                </a:pPr>
                <a:endParaRPr lang="en-US" altLang="en-US" sz="2000"/>
              </a:p>
            </p:txBody>
          </p:sp>
          <p:sp>
            <p:nvSpPr>
              <p:cNvPr id="27917" name="Rectangle 269"/>
              <p:cNvSpPr>
                <a:spLocks noChangeArrowheads="1"/>
              </p:cNvSpPr>
              <p:nvPr/>
            </p:nvSpPr>
            <p:spPr bwMode="auto">
              <a:xfrm>
                <a:off x="1524" y="3360"/>
                <a:ext cx="800"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918" name="Group 270"/>
            <p:cNvGrpSpPr>
              <a:grpSpLocks/>
            </p:cNvGrpSpPr>
            <p:nvPr/>
          </p:nvGrpSpPr>
          <p:grpSpPr bwMode="auto">
            <a:xfrm>
              <a:off x="3527" y="2796"/>
              <a:ext cx="936" cy="166"/>
              <a:chOff x="2324" y="3360"/>
              <a:chExt cx="703" cy="384"/>
            </a:xfrm>
          </p:grpSpPr>
          <p:sp>
            <p:nvSpPr>
              <p:cNvPr id="27919" name="Rectangle 271"/>
              <p:cNvSpPr>
                <a:spLocks noChangeArrowheads="1"/>
              </p:cNvSpPr>
              <p:nvPr/>
            </p:nvSpPr>
            <p:spPr bwMode="auto">
              <a:xfrm>
                <a:off x="2367" y="3360"/>
                <a:ext cx="617"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000">
                    <a:solidFill>
                      <a:srgbClr val="000000"/>
                    </a:solidFill>
                  </a:rPr>
                  <a:t> </a:t>
                </a:r>
              </a:p>
              <a:p>
                <a:pPr algn="ctr" eaLnBrk="0" hangingPunct="0">
                  <a:lnSpc>
                    <a:spcPct val="100000"/>
                  </a:lnSpc>
                  <a:spcBef>
                    <a:spcPct val="0"/>
                  </a:spcBef>
                  <a:buClrTx/>
                  <a:buSzTx/>
                  <a:buFontTx/>
                  <a:buNone/>
                </a:pPr>
                <a:endParaRPr lang="en-US" altLang="en-US" sz="2000"/>
              </a:p>
            </p:txBody>
          </p:sp>
          <p:sp>
            <p:nvSpPr>
              <p:cNvPr id="27920" name="Rectangle 272"/>
              <p:cNvSpPr>
                <a:spLocks noChangeArrowheads="1"/>
              </p:cNvSpPr>
              <p:nvPr/>
            </p:nvSpPr>
            <p:spPr bwMode="auto">
              <a:xfrm>
                <a:off x="2324" y="3360"/>
                <a:ext cx="703"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921" name="Group 273"/>
            <p:cNvGrpSpPr>
              <a:grpSpLocks/>
            </p:cNvGrpSpPr>
            <p:nvPr/>
          </p:nvGrpSpPr>
          <p:grpSpPr bwMode="auto">
            <a:xfrm>
              <a:off x="4463" y="2796"/>
              <a:ext cx="1153" cy="166"/>
              <a:chOff x="3027" y="3360"/>
              <a:chExt cx="866" cy="384"/>
            </a:xfrm>
          </p:grpSpPr>
          <p:sp>
            <p:nvSpPr>
              <p:cNvPr id="27922" name="Rectangle 274"/>
              <p:cNvSpPr>
                <a:spLocks noChangeArrowheads="1"/>
              </p:cNvSpPr>
              <p:nvPr/>
            </p:nvSpPr>
            <p:spPr bwMode="auto">
              <a:xfrm>
                <a:off x="3070" y="3360"/>
                <a:ext cx="780"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000">
                    <a:solidFill>
                      <a:srgbClr val="000000"/>
                    </a:solidFill>
                  </a:rPr>
                  <a:t> </a:t>
                </a:r>
              </a:p>
              <a:p>
                <a:pPr algn="ctr" eaLnBrk="0" hangingPunct="0">
                  <a:lnSpc>
                    <a:spcPct val="100000"/>
                  </a:lnSpc>
                  <a:spcBef>
                    <a:spcPct val="0"/>
                  </a:spcBef>
                  <a:buClrTx/>
                  <a:buSzTx/>
                  <a:buFontTx/>
                  <a:buNone/>
                </a:pPr>
                <a:endParaRPr lang="en-US" altLang="en-US" sz="2000"/>
              </a:p>
            </p:txBody>
          </p:sp>
          <p:sp>
            <p:nvSpPr>
              <p:cNvPr id="27923" name="Rectangle 275"/>
              <p:cNvSpPr>
                <a:spLocks noChangeArrowheads="1"/>
              </p:cNvSpPr>
              <p:nvPr/>
            </p:nvSpPr>
            <p:spPr bwMode="auto">
              <a:xfrm>
                <a:off x="3027" y="3360"/>
                <a:ext cx="866"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924" name="Group 276"/>
            <p:cNvGrpSpPr>
              <a:grpSpLocks/>
            </p:cNvGrpSpPr>
            <p:nvPr/>
          </p:nvGrpSpPr>
          <p:grpSpPr bwMode="auto">
            <a:xfrm>
              <a:off x="432" y="2962"/>
              <a:ext cx="1005" cy="208"/>
              <a:chOff x="0" y="3744"/>
              <a:chExt cx="755" cy="480"/>
            </a:xfrm>
          </p:grpSpPr>
          <p:sp>
            <p:nvSpPr>
              <p:cNvPr id="27925" name="Rectangle 277"/>
              <p:cNvSpPr>
                <a:spLocks noChangeArrowheads="1"/>
              </p:cNvSpPr>
              <p:nvPr/>
            </p:nvSpPr>
            <p:spPr bwMode="auto">
              <a:xfrm>
                <a:off x="43" y="3744"/>
                <a:ext cx="669"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000">
                    <a:solidFill>
                      <a:srgbClr val="000000"/>
                    </a:solidFill>
                  </a:rPr>
                  <a:t> </a:t>
                </a:r>
              </a:p>
              <a:p>
                <a:pPr algn="ctr" eaLnBrk="0" hangingPunct="0">
                  <a:lnSpc>
                    <a:spcPct val="100000"/>
                  </a:lnSpc>
                  <a:spcBef>
                    <a:spcPct val="0"/>
                  </a:spcBef>
                  <a:buClrTx/>
                  <a:buSzTx/>
                  <a:buFontTx/>
                  <a:buNone/>
                </a:pPr>
                <a:endParaRPr lang="en-US" altLang="en-US" sz="2000"/>
              </a:p>
            </p:txBody>
          </p:sp>
          <p:sp>
            <p:nvSpPr>
              <p:cNvPr id="27926" name="Rectangle 278"/>
              <p:cNvSpPr>
                <a:spLocks noChangeArrowheads="1"/>
              </p:cNvSpPr>
              <p:nvPr/>
            </p:nvSpPr>
            <p:spPr bwMode="auto">
              <a:xfrm>
                <a:off x="0" y="3744"/>
                <a:ext cx="755"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927" name="Group 279"/>
            <p:cNvGrpSpPr>
              <a:grpSpLocks/>
            </p:cNvGrpSpPr>
            <p:nvPr/>
          </p:nvGrpSpPr>
          <p:grpSpPr bwMode="auto">
            <a:xfrm>
              <a:off x="1437" y="2962"/>
              <a:ext cx="1024" cy="208"/>
              <a:chOff x="755" y="3744"/>
              <a:chExt cx="769" cy="480"/>
            </a:xfrm>
          </p:grpSpPr>
          <p:sp>
            <p:nvSpPr>
              <p:cNvPr id="27928" name="Rectangle 280"/>
              <p:cNvSpPr>
                <a:spLocks noChangeArrowheads="1"/>
              </p:cNvSpPr>
              <p:nvPr/>
            </p:nvSpPr>
            <p:spPr bwMode="auto">
              <a:xfrm>
                <a:off x="798" y="3744"/>
                <a:ext cx="683"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1</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7929" name="Rectangle 281"/>
              <p:cNvSpPr>
                <a:spLocks noChangeArrowheads="1"/>
              </p:cNvSpPr>
              <p:nvPr/>
            </p:nvSpPr>
            <p:spPr bwMode="auto">
              <a:xfrm>
                <a:off x="755" y="3744"/>
                <a:ext cx="769"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930" name="Group 282"/>
            <p:cNvGrpSpPr>
              <a:grpSpLocks/>
            </p:cNvGrpSpPr>
            <p:nvPr/>
          </p:nvGrpSpPr>
          <p:grpSpPr bwMode="auto">
            <a:xfrm>
              <a:off x="2461" y="2962"/>
              <a:ext cx="1066" cy="208"/>
              <a:chOff x="1524" y="3744"/>
              <a:chExt cx="800" cy="480"/>
            </a:xfrm>
          </p:grpSpPr>
          <p:sp>
            <p:nvSpPr>
              <p:cNvPr id="27931" name="Rectangle 283"/>
              <p:cNvSpPr>
                <a:spLocks noChangeArrowheads="1"/>
              </p:cNvSpPr>
              <p:nvPr/>
            </p:nvSpPr>
            <p:spPr bwMode="auto">
              <a:xfrm>
                <a:off x="1567" y="3744"/>
                <a:ext cx="714"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1</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7932" name="Rectangle 284"/>
              <p:cNvSpPr>
                <a:spLocks noChangeArrowheads="1"/>
              </p:cNvSpPr>
              <p:nvPr/>
            </p:nvSpPr>
            <p:spPr bwMode="auto">
              <a:xfrm>
                <a:off x="1524" y="3744"/>
                <a:ext cx="800"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933" name="Group 285"/>
            <p:cNvGrpSpPr>
              <a:grpSpLocks/>
            </p:cNvGrpSpPr>
            <p:nvPr/>
          </p:nvGrpSpPr>
          <p:grpSpPr bwMode="auto">
            <a:xfrm>
              <a:off x="3527" y="2962"/>
              <a:ext cx="936" cy="208"/>
              <a:chOff x="2324" y="3744"/>
              <a:chExt cx="703" cy="480"/>
            </a:xfrm>
          </p:grpSpPr>
          <p:sp>
            <p:nvSpPr>
              <p:cNvPr id="27934" name="Rectangle 286"/>
              <p:cNvSpPr>
                <a:spLocks noChangeArrowheads="1"/>
              </p:cNvSpPr>
              <p:nvPr/>
            </p:nvSpPr>
            <p:spPr bwMode="auto">
              <a:xfrm>
                <a:off x="2367" y="3744"/>
                <a:ext cx="617"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3</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7935" name="Rectangle 287"/>
              <p:cNvSpPr>
                <a:spLocks noChangeArrowheads="1"/>
              </p:cNvSpPr>
              <p:nvPr/>
            </p:nvSpPr>
            <p:spPr bwMode="auto">
              <a:xfrm>
                <a:off x="2324" y="3744"/>
                <a:ext cx="703"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936" name="Group 288"/>
            <p:cNvGrpSpPr>
              <a:grpSpLocks/>
            </p:cNvGrpSpPr>
            <p:nvPr/>
          </p:nvGrpSpPr>
          <p:grpSpPr bwMode="auto">
            <a:xfrm>
              <a:off x="4463" y="2962"/>
              <a:ext cx="1153" cy="208"/>
              <a:chOff x="3027" y="3744"/>
              <a:chExt cx="866" cy="480"/>
            </a:xfrm>
          </p:grpSpPr>
          <p:sp>
            <p:nvSpPr>
              <p:cNvPr id="27937" name="Rectangle 289"/>
              <p:cNvSpPr>
                <a:spLocks noChangeArrowheads="1"/>
              </p:cNvSpPr>
              <p:nvPr/>
            </p:nvSpPr>
            <p:spPr bwMode="auto">
              <a:xfrm>
                <a:off x="3070" y="3744"/>
                <a:ext cx="780"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6</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7938" name="Rectangle 290"/>
              <p:cNvSpPr>
                <a:spLocks noChangeArrowheads="1"/>
              </p:cNvSpPr>
              <p:nvPr/>
            </p:nvSpPr>
            <p:spPr bwMode="auto">
              <a:xfrm>
                <a:off x="3027" y="3744"/>
                <a:ext cx="866"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939" name="Group 291"/>
            <p:cNvGrpSpPr>
              <a:grpSpLocks/>
            </p:cNvGrpSpPr>
            <p:nvPr/>
          </p:nvGrpSpPr>
          <p:grpSpPr bwMode="auto">
            <a:xfrm>
              <a:off x="432" y="3170"/>
              <a:ext cx="1005" cy="207"/>
              <a:chOff x="0" y="4224"/>
              <a:chExt cx="755" cy="480"/>
            </a:xfrm>
          </p:grpSpPr>
          <p:sp>
            <p:nvSpPr>
              <p:cNvPr id="27940" name="Rectangle 292"/>
              <p:cNvSpPr>
                <a:spLocks noChangeArrowheads="1"/>
              </p:cNvSpPr>
              <p:nvPr/>
            </p:nvSpPr>
            <p:spPr bwMode="auto">
              <a:xfrm>
                <a:off x="43" y="4224"/>
                <a:ext cx="669"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400">
                    <a:solidFill>
                      <a:srgbClr val="000000"/>
                    </a:solidFill>
                  </a:rPr>
                  <a:t>MAGS</a:t>
                </a:r>
              </a:p>
              <a:p>
                <a:pPr algn="ctr" eaLnBrk="0" hangingPunct="0">
                  <a:lnSpc>
                    <a:spcPct val="100000"/>
                  </a:lnSpc>
                  <a:spcBef>
                    <a:spcPct val="0"/>
                  </a:spcBef>
                  <a:buClrTx/>
                  <a:buSzTx/>
                  <a:buFontTx/>
                  <a:buNone/>
                </a:pPr>
                <a:endParaRPr lang="en-US" altLang="en-US" sz="2000"/>
              </a:p>
            </p:txBody>
          </p:sp>
          <p:sp>
            <p:nvSpPr>
              <p:cNvPr id="27941" name="Rectangle 293"/>
              <p:cNvSpPr>
                <a:spLocks noChangeArrowheads="1"/>
              </p:cNvSpPr>
              <p:nvPr/>
            </p:nvSpPr>
            <p:spPr bwMode="auto">
              <a:xfrm>
                <a:off x="0" y="4224"/>
                <a:ext cx="755"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942" name="Group 294"/>
            <p:cNvGrpSpPr>
              <a:grpSpLocks/>
            </p:cNvGrpSpPr>
            <p:nvPr/>
          </p:nvGrpSpPr>
          <p:grpSpPr bwMode="auto">
            <a:xfrm>
              <a:off x="1437" y="3170"/>
              <a:ext cx="1024" cy="207"/>
              <a:chOff x="755" y="4224"/>
              <a:chExt cx="769" cy="480"/>
            </a:xfrm>
          </p:grpSpPr>
          <p:sp>
            <p:nvSpPr>
              <p:cNvPr id="27943" name="Rectangle 295"/>
              <p:cNvSpPr>
                <a:spLocks noChangeArrowheads="1"/>
              </p:cNvSpPr>
              <p:nvPr/>
            </p:nvSpPr>
            <p:spPr bwMode="auto">
              <a:xfrm>
                <a:off x="798" y="4224"/>
                <a:ext cx="683"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2</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7944" name="Rectangle 296"/>
              <p:cNvSpPr>
                <a:spLocks noChangeArrowheads="1"/>
              </p:cNvSpPr>
              <p:nvPr/>
            </p:nvSpPr>
            <p:spPr bwMode="auto">
              <a:xfrm>
                <a:off x="755" y="4224"/>
                <a:ext cx="769"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945" name="Group 297"/>
            <p:cNvGrpSpPr>
              <a:grpSpLocks/>
            </p:cNvGrpSpPr>
            <p:nvPr/>
          </p:nvGrpSpPr>
          <p:grpSpPr bwMode="auto">
            <a:xfrm>
              <a:off x="2461" y="3170"/>
              <a:ext cx="1066" cy="207"/>
              <a:chOff x="1524" y="4224"/>
              <a:chExt cx="800" cy="480"/>
            </a:xfrm>
          </p:grpSpPr>
          <p:sp>
            <p:nvSpPr>
              <p:cNvPr id="27946" name="Rectangle 298"/>
              <p:cNvSpPr>
                <a:spLocks noChangeArrowheads="1"/>
              </p:cNvSpPr>
              <p:nvPr/>
            </p:nvSpPr>
            <p:spPr bwMode="auto">
              <a:xfrm>
                <a:off x="1567" y="4224"/>
                <a:ext cx="714"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1</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7947" name="Rectangle 299"/>
              <p:cNvSpPr>
                <a:spLocks noChangeArrowheads="1"/>
              </p:cNvSpPr>
              <p:nvPr/>
            </p:nvSpPr>
            <p:spPr bwMode="auto">
              <a:xfrm>
                <a:off x="1524" y="4224"/>
                <a:ext cx="800"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948" name="Group 300"/>
            <p:cNvGrpSpPr>
              <a:grpSpLocks/>
            </p:cNvGrpSpPr>
            <p:nvPr/>
          </p:nvGrpSpPr>
          <p:grpSpPr bwMode="auto">
            <a:xfrm>
              <a:off x="3527" y="3170"/>
              <a:ext cx="936" cy="207"/>
              <a:chOff x="2324" y="4224"/>
              <a:chExt cx="703" cy="480"/>
            </a:xfrm>
          </p:grpSpPr>
          <p:sp>
            <p:nvSpPr>
              <p:cNvPr id="27949" name="Rectangle 301"/>
              <p:cNvSpPr>
                <a:spLocks noChangeArrowheads="1"/>
              </p:cNvSpPr>
              <p:nvPr/>
            </p:nvSpPr>
            <p:spPr bwMode="auto">
              <a:xfrm>
                <a:off x="2367" y="4224"/>
                <a:ext cx="617"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3</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7950" name="Rectangle 302"/>
              <p:cNvSpPr>
                <a:spLocks noChangeArrowheads="1"/>
              </p:cNvSpPr>
              <p:nvPr/>
            </p:nvSpPr>
            <p:spPr bwMode="auto">
              <a:xfrm>
                <a:off x="2324" y="4224"/>
                <a:ext cx="703"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951" name="Group 303"/>
            <p:cNvGrpSpPr>
              <a:grpSpLocks/>
            </p:cNvGrpSpPr>
            <p:nvPr/>
          </p:nvGrpSpPr>
          <p:grpSpPr bwMode="auto">
            <a:xfrm>
              <a:off x="4463" y="3170"/>
              <a:ext cx="1153" cy="207"/>
              <a:chOff x="3027" y="4224"/>
              <a:chExt cx="866" cy="480"/>
            </a:xfrm>
          </p:grpSpPr>
          <p:sp>
            <p:nvSpPr>
              <p:cNvPr id="27952" name="Rectangle 304"/>
              <p:cNvSpPr>
                <a:spLocks noChangeArrowheads="1"/>
              </p:cNvSpPr>
              <p:nvPr/>
            </p:nvSpPr>
            <p:spPr bwMode="auto">
              <a:xfrm>
                <a:off x="3070" y="4224"/>
                <a:ext cx="780"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6</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7953" name="Rectangle 305"/>
              <p:cNvSpPr>
                <a:spLocks noChangeArrowheads="1"/>
              </p:cNvSpPr>
              <p:nvPr/>
            </p:nvSpPr>
            <p:spPr bwMode="auto">
              <a:xfrm>
                <a:off x="3027" y="4224"/>
                <a:ext cx="866"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954" name="Group 306"/>
            <p:cNvGrpSpPr>
              <a:grpSpLocks/>
            </p:cNvGrpSpPr>
            <p:nvPr/>
          </p:nvGrpSpPr>
          <p:grpSpPr bwMode="auto">
            <a:xfrm>
              <a:off x="432" y="3377"/>
              <a:ext cx="1005" cy="208"/>
              <a:chOff x="0" y="4704"/>
              <a:chExt cx="755" cy="480"/>
            </a:xfrm>
          </p:grpSpPr>
          <p:sp>
            <p:nvSpPr>
              <p:cNvPr id="27955" name="Rectangle 307"/>
              <p:cNvSpPr>
                <a:spLocks noChangeArrowheads="1"/>
              </p:cNvSpPr>
              <p:nvPr/>
            </p:nvSpPr>
            <p:spPr bwMode="auto">
              <a:xfrm>
                <a:off x="43" y="4704"/>
                <a:ext cx="669"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000">
                    <a:solidFill>
                      <a:srgbClr val="000000"/>
                    </a:solidFill>
                  </a:rPr>
                  <a:t> </a:t>
                </a:r>
              </a:p>
              <a:p>
                <a:pPr algn="ctr" eaLnBrk="0" hangingPunct="0">
                  <a:lnSpc>
                    <a:spcPct val="100000"/>
                  </a:lnSpc>
                  <a:spcBef>
                    <a:spcPct val="0"/>
                  </a:spcBef>
                  <a:buClrTx/>
                  <a:buSzTx/>
                  <a:buFontTx/>
                  <a:buNone/>
                </a:pPr>
                <a:endParaRPr lang="en-US" altLang="en-US" sz="2000"/>
              </a:p>
            </p:txBody>
          </p:sp>
          <p:sp>
            <p:nvSpPr>
              <p:cNvPr id="27956" name="Rectangle 308"/>
              <p:cNvSpPr>
                <a:spLocks noChangeArrowheads="1"/>
              </p:cNvSpPr>
              <p:nvPr/>
            </p:nvSpPr>
            <p:spPr bwMode="auto">
              <a:xfrm>
                <a:off x="0" y="4704"/>
                <a:ext cx="755"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957" name="Group 309"/>
            <p:cNvGrpSpPr>
              <a:grpSpLocks/>
            </p:cNvGrpSpPr>
            <p:nvPr/>
          </p:nvGrpSpPr>
          <p:grpSpPr bwMode="auto">
            <a:xfrm>
              <a:off x="1437" y="3377"/>
              <a:ext cx="1024" cy="208"/>
              <a:chOff x="755" y="4704"/>
              <a:chExt cx="769" cy="480"/>
            </a:xfrm>
          </p:grpSpPr>
          <p:sp>
            <p:nvSpPr>
              <p:cNvPr id="27958" name="Rectangle 310"/>
              <p:cNvSpPr>
                <a:spLocks noChangeArrowheads="1"/>
              </p:cNvSpPr>
              <p:nvPr/>
            </p:nvSpPr>
            <p:spPr bwMode="auto">
              <a:xfrm>
                <a:off x="798" y="4704"/>
                <a:ext cx="683"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3</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7959" name="Rectangle 311"/>
              <p:cNvSpPr>
                <a:spLocks noChangeArrowheads="1"/>
              </p:cNvSpPr>
              <p:nvPr/>
            </p:nvSpPr>
            <p:spPr bwMode="auto">
              <a:xfrm>
                <a:off x="755" y="4704"/>
                <a:ext cx="769"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960" name="Group 312"/>
            <p:cNvGrpSpPr>
              <a:grpSpLocks/>
            </p:cNvGrpSpPr>
            <p:nvPr/>
          </p:nvGrpSpPr>
          <p:grpSpPr bwMode="auto">
            <a:xfrm>
              <a:off x="2461" y="3377"/>
              <a:ext cx="1066" cy="208"/>
              <a:chOff x="1524" y="4704"/>
              <a:chExt cx="800" cy="480"/>
            </a:xfrm>
          </p:grpSpPr>
          <p:sp>
            <p:nvSpPr>
              <p:cNvPr id="27961" name="Rectangle 313"/>
              <p:cNvSpPr>
                <a:spLocks noChangeArrowheads="1"/>
              </p:cNvSpPr>
              <p:nvPr/>
            </p:nvSpPr>
            <p:spPr bwMode="auto">
              <a:xfrm>
                <a:off x="1567" y="4704"/>
                <a:ext cx="714"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2</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7962" name="Rectangle 314"/>
              <p:cNvSpPr>
                <a:spLocks noChangeArrowheads="1"/>
              </p:cNvSpPr>
              <p:nvPr/>
            </p:nvSpPr>
            <p:spPr bwMode="auto">
              <a:xfrm>
                <a:off x="1524" y="4704"/>
                <a:ext cx="800"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963" name="Group 315"/>
            <p:cNvGrpSpPr>
              <a:grpSpLocks/>
            </p:cNvGrpSpPr>
            <p:nvPr/>
          </p:nvGrpSpPr>
          <p:grpSpPr bwMode="auto">
            <a:xfrm>
              <a:off x="3527" y="3377"/>
              <a:ext cx="936" cy="208"/>
              <a:chOff x="2324" y="4704"/>
              <a:chExt cx="703" cy="480"/>
            </a:xfrm>
          </p:grpSpPr>
          <p:sp>
            <p:nvSpPr>
              <p:cNvPr id="27964" name="Rectangle 316"/>
              <p:cNvSpPr>
                <a:spLocks noChangeArrowheads="1"/>
              </p:cNvSpPr>
              <p:nvPr/>
            </p:nvSpPr>
            <p:spPr bwMode="auto">
              <a:xfrm>
                <a:off x="2367" y="4704"/>
                <a:ext cx="617"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6</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7965" name="Rectangle 317"/>
              <p:cNvSpPr>
                <a:spLocks noChangeArrowheads="1"/>
              </p:cNvSpPr>
              <p:nvPr/>
            </p:nvSpPr>
            <p:spPr bwMode="auto">
              <a:xfrm>
                <a:off x="2324" y="4704"/>
                <a:ext cx="703"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966" name="Group 318"/>
            <p:cNvGrpSpPr>
              <a:grpSpLocks/>
            </p:cNvGrpSpPr>
            <p:nvPr/>
          </p:nvGrpSpPr>
          <p:grpSpPr bwMode="auto">
            <a:xfrm>
              <a:off x="4463" y="3377"/>
              <a:ext cx="1153" cy="208"/>
              <a:chOff x="3027" y="4704"/>
              <a:chExt cx="866" cy="480"/>
            </a:xfrm>
          </p:grpSpPr>
          <p:sp>
            <p:nvSpPr>
              <p:cNvPr id="27967" name="Rectangle 319"/>
              <p:cNvSpPr>
                <a:spLocks noChangeArrowheads="1"/>
              </p:cNvSpPr>
              <p:nvPr/>
            </p:nvSpPr>
            <p:spPr bwMode="auto">
              <a:xfrm>
                <a:off x="3070" y="4704"/>
                <a:ext cx="780"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12</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7968" name="Rectangle 320"/>
              <p:cNvSpPr>
                <a:spLocks noChangeArrowheads="1"/>
              </p:cNvSpPr>
              <p:nvPr/>
            </p:nvSpPr>
            <p:spPr bwMode="auto">
              <a:xfrm>
                <a:off x="3027" y="4704"/>
                <a:ext cx="866"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969" name="Group 321"/>
            <p:cNvGrpSpPr>
              <a:grpSpLocks/>
            </p:cNvGrpSpPr>
            <p:nvPr/>
          </p:nvGrpSpPr>
          <p:grpSpPr bwMode="auto">
            <a:xfrm>
              <a:off x="432" y="3585"/>
              <a:ext cx="1005" cy="207"/>
              <a:chOff x="0" y="5184"/>
              <a:chExt cx="755" cy="480"/>
            </a:xfrm>
          </p:grpSpPr>
          <p:sp>
            <p:nvSpPr>
              <p:cNvPr id="27970" name="Rectangle 322"/>
              <p:cNvSpPr>
                <a:spLocks noChangeArrowheads="1"/>
              </p:cNvSpPr>
              <p:nvPr/>
            </p:nvSpPr>
            <p:spPr bwMode="auto">
              <a:xfrm>
                <a:off x="43" y="5184"/>
                <a:ext cx="669"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000">
                    <a:solidFill>
                      <a:srgbClr val="000000"/>
                    </a:solidFill>
                  </a:rPr>
                  <a:t> </a:t>
                </a:r>
              </a:p>
              <a:p>
                <a:pPr algn="ctr" eaLnBrk="0" hangingPunct="0">
                  <a:lnSpc>
                    <a:spcPct val="100000"/>
                  </a:lnSpc>
                  <a:spcBef>
                    <a:spcPct val="0"/>
                  </a:spcBef>
                  <a:buClrTx/>
                  <a:buSzTx/>
                  <a:buFontTx/>
                  <a:buNone/>
                </a:pPr>
                <a:endParaRPr lang="en-US" altLang="en-US" sz="2000"/>
              </a:p>
            </p:txBody>
          </p:sp>
          <p:sp>
            <p:nvSpPr>
              <p:cNvPr id="27971" name="Rectangle 323"/>
              <p:cNvSpPr>
                <a:spLocks noChangeArrowheads="1"/>
              </p:cNvSpPr>
              <p:nvPr/>
            </p:nvSpPr>
            <p:spPr bwMode="auto">
              <a:xfrm>
                <a:off x="0" y="5184"/>
                <a:ext cx="755"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972" name="Group 324"/>
            <p:cNvGrpSpPr>
              <a:grpSpLocks/>
            </p:cNvGrpSpPr>
            <p:nvPr/>
          </p:nvGrpSpPr>
          <p:grpSpPr bwMode="auto">
            <a:xfrm>
              <a:off x="1437" y="3585"/>
              <a:ext cx="1024" cy="207"/>
              <a:chOff x="755" y="5184"/>
              <a:chExt cx="769" cy="480"/>
            </a:xfrm>
          </p:grpSpPr>
          <p:sp>
            <p:nvSpPr>
              <p:cNvPr id="27973" name="Rectangle 325"/>
              <p:cNvSpPr>
                <a:spLocks noChangeArrowheads="1"/>
              </p:cNvSpPr>
              <p:nvPr/>
            </p:nvSpPr>
            <p:spPr bwMode="auto">
              <a:xfrm>
                <a:off x="798" y="5184"/>
                <a:ext cx="683"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4</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7974" name="Rectangle 326"/>
              <p:cNvSpPr>
                <a:spLocks noChangeArrowheads="1"/>
              </p:cNvSpPr>
              <p:nvPr/>
            </p:nvSpPr>
            <p:spPr bwMode="auto">
              <a:xfrm>
                <a:off x="755" y="5184"/>
                <a:ext cx="769"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975" name="Group 327"/>
            <p:cNvGrpSpPr>
              <a:grpSpLocks/>
            </p:cNvGrpSpPr>
            <p:nvPr/>
          </p:nvGrpSpPr>
          <p:grpSpPr bwMode="auto">
            <a:xfrm>
              <a:off x="2461" y="3585"/>
              <a:ext cx="1066" cy="207"/>
              <a:chOff x="1524" y="5184"/>
              <a:chExt cx="800" cy="480"/>
            </a:xfrm>
          </p:grpSpPr>
          <p:sp>
            <p:nvSpPr>
              <p:cNvPr id="27976" name="Rectangle 328"/>
              <p:cNvSpPr>
                <a:spLocks noChangeArrowheads="1"/>
              </p:cNvSpPr>
              <p:nvPr/>
            </p:nvSpPr>
            <p:spPr bwMode="auto">
              <a:xfrm>
                <a:off x="1567" y="5184"/>
                <a:ext cx="714"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1</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7977" name="Rectangle 329"/>
              <p:cNvSpPr>
                <a:spLocks noChangeArrowheads="1"/>
              </p:cNvSpPr>
              <p:nvPr/>
            </p:nvSpPr>
            <p:spPr bwMode="auto">
              <a:xfrm>
                <a:off x="1524" y="5184"/>
                <a:ext cx="800"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978" name="Group 330"/>
            <p:cNvGrpSpPr>
              <a:grpSpLocks/>
            </p:cNvGrpSpPr>
            <p:nvPr/>
          </p:nvGrpSpPr>
          <p:grpSpPr bwMode="auto">
            <a:xfrm>
              <a:off x="3527" y="3585"/>
              <a:ext cx="936" cy="207"/>
              <a:chOff x="2324" y="5184"/>
              <a:chExt cx="703" cy="480"/>
            </a:xfrm>
          </p:grpSpPr>
          <p:sp>
            <p:nvSpPr>
              <p:cNvPr id="27979" name="Rectangle 331"/>
              <p:cNvSpPr>
                <a:spLocks noChangeArrowheads="1"/>
              </p:cNvSpPr>
              <p:nvPr/>
            </p:nvSpPr>
            <p:spPr bwMode="auto">
              <a:xfrm>
                <a:off x="2367" y="5184"/>
                <a:ext cx="617"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3</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7980" name="Rectangle 332"/>
              <p:cNvSpPr>
                <a:spLocks noChangeArrowheads="1"/>
              </p:cNvSpPr>
              <p:nvPr/>
            </p:nvSpPr>
            <p:spPr bwMode="auto">
              <a:xfrm>
                <a:off x="2324" y="5184"/>
                <a:ext cx="703"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7981" name="Group 333"/>
            <p:cNvGrpSpPr>
              <a:grpSpLocks/>
            </p:cNvGrpSpPr>
            <p:nvPr/>
          </p:nvGrpSpPr>
          <p:grpSpPr bwMode="auto">
            <a:xfrm>
              <a:off x="4463" y="3585"/>
              <a:ext cx="1153" cy="207"/>
              <a:chOff x="3027" y="5184"/>
              <a:chExt cx="866" cy="480"/>
            </a:xfrm>
          </p:grpSpPr>
          <p:sp>
            <p:nvSpPr>
              <p:cNvPr id="27982" name="Rectangle 334"/>
              <p:cNvSpPr>
                <a:spLocks noChangeArrowheads="1"/>
              </p:cNvSpPr>
              <p:nvPr/>
            </p:nvSpPr>
            <p:spPr bwMode="auto">
              <a:xfrm>
                <a:off x="3070" y="5184"/>
                <a:ext cx="780"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6</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7983" name="Rectangle 335"/>
              <p:cNvSpPr>
                <a:spLocks noChangeArrowheads="1"/>
              </p:cNvSpPr>
              <p:nvPr/>
            </p:nvSpPr>
            <p:spPr bwMode="auto">
              <a:xfrm>
                <a:off x="3027" y="5184"/>
                <a:ext cx="866"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spTree>
    <p:extLst>
      <p:ext uri="{BB962C8B-B14F-4D97-AF65-F5344CB8AC3E}">
        <p14:creationId xmlns:p14="http://schemas.microsoft.com/office/powerpoint/2010/main" val="368245791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568569" y="427709"/>
            <a:ext cx="8229600" cy="579438"/>
          </a:xfrm>
        </p:spPr>
        <p:txBody>
          <a:bodyPr>
            <a:normAutofit fontScale="90000"/>
          </a:bodyPr>
          <a:lstStyle/>
          <a:p>
            <a:r>
              <a:rPr lang="en-US" altLang="en-US" dirty="0"/>
              <a:t>Monetary Value Score </a:t>
            </a:r>
          </a:p>
        </p:txBody>
      </p:sp>
      <p:sp>
        <p:nvSpPr>
          <p:cNvPr id="28675" name="Rectangle 3"/>
          <p:cNvSpPr>
            <a:spLocks noGrp="1" noChangeArrowheads="1"/>
          </p:cNvSpPr>
          <p:nvPr>
            <p:ph type="body" idx="1"/>
          </p:nvPr>
        </p:nvSpPr>
        <p:spPr>
          <a:xfrm>
            <a:off x="679939" y="1201616"/>
            <a:ext cx="8229600" cy="679450"/>
          </a:xfrm>
        </p:spPr>
        <p:txBody>
          <a:bodyPr/>
          <a:lstStyle/>
          <a:p>
            <a:pPr>
              <a:lnSpc>
                <a:spcPct val="120000"/>
              </a:lnSpc>
            </a:pPr>
            <a:r>
              <a:rPr lang="en-US" altLang="en-US" sz="1600" b="1"/>
              <a:t>Monetary Value:  10 percent of the $ Volume of Purchase with 12 months; Maximum = 25 points; Relative weight = 3</a:t>
            </a:r>
            <a:endParaRPr lang="en-US" altLang="en-US" sz="1600"/>
          </a:p>
        </p:txBody>
      </p:sp>
      <p:grpSp>
        <p:nvGrpSpPr>
          <p:cNvPr id="28678" name="Group 6"/>
          <p:cNvGrpSpPr>
            <a:grpSpLocks/>
          </p:cNvGrpSpPr>
          <p:nvPr/>
        </p:nvGrpSpPr>
        <p:grpSpPr bwMode="auto">
          <a:xfrm>
            <a:off x="1141903" y="2270004"/>
            <a:ext cx="7310437" cy="4113212"/>
            <a:chOff x="0" y="0"/>
            <a:chExt cx="4426" cy="5472"/>
          </a:xfrm>
        </p:grpSpPr>
        <p:grpSp>
          <p:nvGrpSpPr>
            <p:cNvPr id="28679" name="Group 7"/>
            <p:cNvGrpSpPr>
              <a:grpSpLocks/>
            </p:cNvGrpSpPr>
            <p:nvPr/>
          </p:nvGrpSpPr>
          <p:grpSpPr bwMode="auto">
            <a:xfrm>
              <a:off x="0" y="0"/>
              <a:ext cx="878" cy="864"/>
              <a:chOff x="0" y="0"/>
              <a:chExt cx="878" cy="864"/>
            </a:xfrm>
          </p:grpSpPr>
          <p:sp>
            <p:nvSpPr>
              <p:cNvPr id="28680" name="Rectangle 8"/>
              <p:cNvSpPr>
                <a:spLocks noChangeArrowheads="1"/>
              </p:cNvSpPr>
              <p:nvPr/>
            </p:nvSpPr>
            <p:spPr bwMode="auto">
              <a:xfrm>
                <a:off x="43" y="0"/>
                <a:ext cx="792" cy="86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600">
                    <a:solidFill>
                      <a:srgbClr val="000000"/>
                    </a:solidFill>
                  </a:rPr>
                  <a:t>Customer</a:t>
                </a:r>
              </a:p>
              <a:p>
                <a:pPr algn="ctr" eaLnBrk="0" hangingPunct="0">
                  <a:lnSpc>
                    <a:spcPct val="100000"/>
                  </a:lnSpc>
                  <a:spcBef>
                    <a:spcPct val="0"/>
                  </a:spcBef>
                  <a:buClrTx/>
                  <a:buSzTx/>
                  <a:buFontTx/>
                  <a:buNone/>
                </a:pPr>
                <a:endParaRPr lang="en-US" altLang="en-US" sz="2400"/>
              </a:p>
            </p:txBody>
          </p:sp>
          <p:sp>
            <p:nvSpPr>
              <p:cNvPr id="28681" name="Rectangle 9"/>
              <p:cNvSpPr>
                <a:spLocks noChangeArrowheads="1"/>
              </p:cNvSpPr>
              <p:nvPr/>
            </p:nvSpPr>
            <p:spPr bwMode="auto">
              <a:xfrm>
                <a:off x="0" y="0"/>
                <a:ext cx="878" cy="86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682" name="Group 10"/>
            <p:cNvGrpSpPr>
              <a:grpSpLocks/>
            </p:cNvGrpSpPr>
            <p:nvPr/>
          </p:nvGrpSpPr>
          <p:grpSpPr bwMode="auto">
            <a:xfrm>
              <a:off x="878" y="0"/>
              <a:ext cx="878" cy="864"/>
              <a:chOff x="878" y="0"/>
              <a:chExt cx="878" cy="864"/>
            </a:xfrm>
          </p:grpSpPr>
          <p:sp>
            <p:nvSpPr>
              <p:cNvPr id="28683" name="Rectangle 11"/>
              <p:cNvSpPr>
                <a:spLocks noChangeArrowheads="1"/>
              </p:cNvSpPr>
              <p:nvPr/>
            </p:nvSpPr>
            <p:spPr bwMode="auto">
              <a:xfrm>
                <a:off x="921" y="0"/>
                <a:ext cx="792" cy="86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600">
                    <a:solidFill>
                      <a:srgbClr val="000000"/>
                    </a:solidFill>
                  </a:rPr>
                  <a:t>Purchases (Number)</a:t>
                </a:r>
              </a:p>
              <a:p>
                <a:pPr algn="ctr" eaLnBrk="0" hangingPunct="0">
                  <a:lnSpc>
                    <a:spcPct val="100000"/>
                  </a:lnSpc>
                  <a:spcBef>
                    <a:spcPct val="0"/>
                  </a:spcBef>
                  <a:buClrTx/>
                  <a:buSzTx/>
                  <a:buFontTx/>
                  <a:buNone/>
                </a:pPr>
                <a:endParaRPr lang="en-US" altLang="en-US" sz="2400"/>
              </a:p>
            </p:txBody>
          </p:sp>
          <p:sp>
            <p:nvSpPr>
              <p:cNvPr id="28684" name="Rectangle 12"/>
              <p:cNvSpPr>
                <a:spLocks noChangeArrowheads="1"/>
              </p:cNvSpPr>
              <p:nvPr/>
            </p:nvSpPr>
            <p:spPr bwMode="auto">
              <a:xfrm>
                <a:off x="878" y="0"/>
                <a:ext cx="878" cy="86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685" name="Group 13"/>
            <p:cNvGrpSpPr>
              <a:grpSpLocks/>
            </p:cNvGrpSpPr>
            <p:nvPr/>
          </p:nvGrpSpPr>
          <p:grpSpPr bwMode="auto">
            <a:xfrm>
              <a:off x="1756" y="0"/>
              <a:ext cx="878" cy="864"/>
              <a:chOff x="1756" y="0"/>
              <a:chExt cx="878" cy="864"/>
            </a:xfrm>
          </p:grpSpPr>
          <p:sp>
            <p:nvSpPr>
              <p:cNvPr id="28686" name="Rectangle 14"/>
              <p:cNvSpPr>
                <a:spLocks noChangeArrowheads="1"/>
              </p:cNvSpPr>
              <p:nvPr/>
            </p:nvSpPr>
            <p:spPr bwMode="auto">
              <a:xfrm>
                <a:off x="1799" y="0"/>
                <a:ext cx="792" cy="86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600">
                    <a:solidFill>
                      <a:srgbClr val="000000"/>
                    </a:solidFill>
                  </a:rPr>
                  <a:t>Monetary</a:t>
                </a:r>
              </a:p>
              <a:p>
                <a:pPr algn="ctr" eaLnBrk="0" hangingPunct="0">
                  <a:lnSpc>
                    <a:spcPct val="100000"/>
                  </a:lnSpc>
                  <a:spcBef>
                    <a:spcPct val="0"/>
                  </a:spcBef>
                  <a:buClrTx/>
                  <a:buSzTx/>
                  <a:buFontTx/>
                  <a:buNone/>
                </a:pPr>
                <a:endParaRPr lang="en-US" altLang="en-US" sz="2400"/>
              </a:p>
            </p:txBody>
          </p:sp>
          <p:sp>
            <p:nvSpPr>
              <p:cNvPr id="28687" name="Rectangle 15"/>
              <p:cNvSpPr>
                <a:spLocks noChangeArrowheads="1"/>
              </p:cNvSpPr>
              <p:nvPr/>
            </p:nvSpPr>
            <p:spPr bwMode="auto">
              <a:xfrm>
                <a:off x="1756" y="0"/>
                <a:ext cx="878" cy="86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688" name="Group 16"/>
            <p:cNvGrpSpPr>
              <a:grpSpLocks/>
            </p:cNvGrpSpPr>
            <p:nvPr/>
          </p:nvGrpSpPr>
          <p:grpSpPr bwMode="auto">
            <a:xfrm>
              <a:off x="2634" y="0"/>
              <a:ext cx="842" cy="864"/>
              <a:chOff x="2634" y="0"/>
              <a:chExt cx="842" cy="864"/>
            </a:xfrm>
          </p:grpSpPr>
          <p:sp>
            <p:nvSpPr>
              <p:cNvPr id="28689" name="Rectangle 17"/>
              <p:cNvSpPr>
                <a:spLocks noChangeArrowheads="1"/>
              </p:cNvSpPr>
              <p:nvPr/>
            </p:nvSpPr>
            <p:spPr bwMode="auto">
              <a:xfrm>
                <a:off x="2677" y="0"/>
                <a:ext cx="756" cy="86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600">
                    <a:solidFill>
                      <a:srgbClr val="000000"/>
                    </a:solidFill>
                  </a:rPr>
                  <a:t>Assigned Points</a:t>
                </a:r>
              </a:p>
              <a:p>
                <a:pPr algn="ctr" eaLnBrk="0" hangingPunct="0">
                  <a:lnSpc>
                    <a:spcPct val="100000"/>
                  </a:lnSpc>
                  <a:spcBef>
                    <a:spcPct val="0"/>
                  </a:spcBef>
                  <a:buClrTx/>
                  <a:buSzTx/>
                  <a:buFontTx/>
                  <a:buNone/>
                </a:pPr>
                <a:endParaRPr lang="en-US" altLang="en-US" sz="2400"/>
              </a:p>
            </p:txBody>
          </p:sp>
          <p:sp>
            <p:nvSpPr>
              <p:cNvPr id="28690" name="Rectangle 18"/>
              <p:cNvSpPr>
                <a:spLocks noChangeArrowheads="1"/>
              </p:cNvSpPr>
              <p:nvPr/>
            </p:nvSpPr>
            <p:spPr bwMode="auto">
              <a:xfrm>
                <a:off x="2634" y="0"/>
                <a:ext cx="842" cy="86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691" name="Group 19"/>
            <p:cNvGrpSpPr>
              <a:grpSpLocks/>
            </p:cNvGrpSpPr>
            <p:nvPr/>
          </p:nvGrpSpPr>
          <p:grpSpPr bwMode="auto">
            <a:xfrm>
              <a:off x="3476" y="0"/>
              <a:ext cx="950" cy="864"/>
              <a:chOff x="3476" y="0"/>
              <a:chExt cx="950" cy="864"/>
            </a:xfrm>
          </p:grpSpPr>
          <p:sp>
            <p:nvSpPr>
              <p:cNvPr id="28692" name="Rectangle 20"/>
              <p:cNvSpPr>
                <a:spLocks noChangeArrowheads="1"/>
              </p:cNvSpPr>
              <p:nvPr/>
            </p:nvSpPr>
            <p:spPr bwMode="auto">
              <a:xfrm>
                <a:off x="3519" y="0"/>
                <a:ext cx="864" cy="86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600">
                    <a:solidFill>
                      <a:srgbClr val="000000"/>
                    </a:solidFill>
                  </a:rPr>
                  <a:t>Weighted Points </a:t>
                </a:r>
              </a:p>
              <a:p>
                <a:pPr algn="ctr" eaLnBrk="0" hangingPunct="0">
                  <a:lnSpc>
                    <a:spcPct val="100000"/>
                  </a:lnSpc>
                  <a:spcBef>
                    <a:spcPct val="0"/>
                  </a:spcBef>
                  <a:buClrTx/>
                  <a:buSzTx/>
                  <a:buFontTx/>
                  <a:buNone/>
                </a:pPr>
                <a:endParaRPr lang="en-US" altLang="en-US" sz="2400"/>
              </a:p>
            </p:txBody>
          </p:sp>
          <p:sp>
            <p:nvSpPr>
              <p:cNvPr id="28693" name="Rectangle 21"/>
              <p:cNvSpPr>
                <a:spLocks noChangeArrowheads="1"/>
              </p:cNvSpPr>
              <p:nvPr/>
            </p:nvSpPr>
            <p:spPr bwMode="auto">
              <a:xfrm>
                <a:off x="3476" y="0"/>
                <a:ext cx="950" cy="86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694" name="Group 22"/>
            <p:cNvGrpSpPr>
              <a:grpSpLocks/>
            </p:cNvGrpSpPr>
            <p:nvPr/>
          </p:nvGrpSpPr>
          <p:grpSpPr bwMode="auto">
            <a:xfrm>
              <a:off x="0" y="864"/>
              <a:ext cx="878" cy="480"/>
              <a:chOff x="0" y="864"/>
              <a:chExt cx="878" cy="480"/>
            </a:xfrm>
          </p:grpSpPr>
          <p:sp>
            <p:nvSpPr>
              <p:cNvPr id="28695" name="Rectangle 23"/>
              <p:cNvSpPr>
                <a:spLocks noChangeArrowheads="1"/>
              </p:cNvSpPr>
              <p:nvPr/>
            </p:nvSpPr>
            <p:spPr bwMode="auto">
              <a:xfrm>
                <a:off x="43" y="864"/>
                <a:ext cx="792"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900">
                    <a:solidFill>
                      <a:srgbClr val="000000"/>
                    </a:solidFill>
                  </a:rPr>
                  <a:t> </a:t>
                </a:r>
              </a:p>
              <a:p>
                <a:pPr algn="ctr" eaLnBrk="0" hangingPunct="0">
                  <a:lnSpc>
                    <a:spcPct val="100000"/>
                  </a:lnSpc>
                  <a:spcBef>
                    <a:spcPct val="0"/>
                  </a:spcBef>
                  <a:buClrTx/>
                  <a:buSzTx/>
                  <a:buFontTx/>
                  <a:buNone/>
                </a:pPr>
                <a:endParaRPr lang="en-US" altLang="en-US"/>
              </a:p>
            </p:txBody>
          </p:sp>
          <p:sp>
            <p:nvSpPr>
              <p:cNvPr id="28696" name="Rectangle 24"/>
              <p:cNvSpPr>
                <a:spLocks noChangeArrowheads="1"/>
              </p:cNvSpPr>
              <p:nvPr/>
            </p:nvSpPr>
            <p:spPr bwMode="auto">
              <a:xfrm>
                <a:off x="0" y="864"/>
                <a:ext cx="878"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697" name="Group 25"/>
            <p:cNvGrpSpPr>
              <a:grpSpLocks/>
            </p:cNvGrpSpPr>
            <p:nvPr/>
          </p:nvGrpSpPr>
          <p:grpSpPr bwMode="auto">
            <a:xfrm>
              <a:off x="878" y="864"/>
              <a:ext cx="878" cy="480"/>
              <a:chOff x="878" y="864"/>
              <a:chExt cx="878" cy="480"/>
            </a:xfrm>
          </p:grpSpPr>
          <p:sp>
            <p:nvSpPr>
              <p:cNvPr id="28698" name="Rectangle 26"/>
              <p:cNvSpPr>
                <a:spLocks noChangeArrowheads="1"/>
              </p:cNvSpPr>
              <p:nvPr/>
            </p:nvSpPr>
            <p:spPr bwMode="auto">
              <a:xfrm>
                <a:off x="921" y="864"/>
                <a:ext cx="792"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700">
                    <a:solidFill>
                      <a:srgbClr val="000000"/>
                    </a:solidFill>
                  </a:rPr>
                  <a:t>1</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8699" name="Rectangle 27"/>
              <p:cNvSpPr>
                <a:spLocks noChangeArrowheads="1"/>
              </p:cNvSpPr>
              <p:nvPr/>
            </p:nvSpPr>
            <p:spPr bwMode="auto">
              <a:xfrm>
                <a:off x="878" y="864"/>
                <a:ext cx="878"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700" name="Group 28"/>
            <p:cNvGrpSpPr>
              <a:grpSpLocks/>
            </p:cNvGrpSpPr>
            <p:nvPr/>
          </p:nvGrpSpPr>
          <p:grpSpPr bwMode="auto">
            <a:xfrm>
              <a:off x="1756" y="864"/>
              <a:ext cx="878" cy="480"/>
              <a:chOff x="1756" y="864"/>
              <a:chExt cx="878" cy="480"/>
            </a:xfrm>
          </p:grpSpPr>
          <p:sp>
            <p:nvSpPr>
              <p:cNvPr id="28701" name="Rectangle 29"/>
              <p:cNvSpPr>
                <a:spLocks noChangeArrowheads="1"/>
              </p:cNvSpPr>
              <p:nvPr/>
            </p:nvSpPr>
            <p:spPr bwMode="auto">
              <a:xfrm>
                <a:off x="1799" y="864"/>
                <a:ext cx="792"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500">
                    <a:solidFill>
                      <a:srgbClr val="000000"/>
                    </a:solidFill>
                  </a:rPr>
                  <a:t>$40</a:t>
                </a:r>
                <a:endParaRPr lang="en-US" altLang="en-US" sz="900">
                  <a:solidFill>
                    <a:srgbClr val="000000"/>
                  </a:solidFill>
                </a:endParaRPr>
              </a:p>
              <a:p>
                <a:pPr algn="ctr" eaLnBrk="0" hangingPunct="0">
                  <a:lnSpc>
                    <a:spcPct val="100000"/>
                  </a:lnSpc>
                  <a:spcBef>
                    <a:spcPct val="0"/>
                  </a:spcBef>
                  <a:buClrTx/>
                  <a:buSzTx/>
                  <a:buFontTx/>
                  <a:buNone/>
                </a:pPr>
                <a:endParaRPr lang="en-US" altLang="en-US"/>
              </a:p>
            </p:txBody>
          </p:sp>
          <p:sp>
            <p:nvSpPr>
              <p:cNvPr id="28702" name="Rectangle 30"/>
              <p:cNvSpPr>
                <a:spLocks noChangeArrowheads="1"/>
              </p:cNvSpPr>
              <p:nvPr/>
            </p:nvSpPr>
            <p:spPr bwMode="auto">
              <a:xfrm>
                <a:off x="1756" y="864"/>
                <a:ext cx="878"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703" name="Group 31"/>
            <p:cNvGrpSpPr>
              <a:grpSpLocks/>
            </p:cNvGrpSpPr>
            <p:nvPr/>
          </p:nvGrpSpPr>
          <p:grpSpPr bwMode="auto">
            <a:xfrm>
              <a:off x="2634" y="864"/>
              <a:ext cx="842" cy="480"/>
              <a:chOff x="2634" y="864"/>
              <a:chExt cx="842" cy="480"/>
            </a:xfrm>
          </p:grpSpPr>
          <p:sp>
            <p:nvSpPr>
              <p:cNvPr id="28704" name="Rectangle 32"/>
              <p:cNvSpPr>
                <a:spLocks noChangeArrowheads="1"/>
              </p:cNvSpPr>
              <p:nvPr/>
            </p:nvSpPr>
            <p:spPr bwMode="auto">
              <a:xfrm>
                <a:off x="2677" y="864"/>
                <a:ext cx="756"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700">
                    <a:solidFill>
                      <a:srgbClr val="000000"/>
                    </a:solidFill>
                  </a:rPr>
                  <a:t>4</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8705" name="Rectangle 33"/>
              <p:cNvSpPr>
                <a:spLocks noChangeArrowheads="1"/>
              </p:cNvSpPr>
              <p:nvPr/>
            </p:nvSpPr>
            <p:spPr bwMode="auto">
              <a:xfrm>
                <a:off x="2634" y="864"/>
                <a:ext cx="842"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706" name="Group 34"/>
            <p:cNvGrpSpPr>
              <a:grpSpLocks/>
            </p:cNvGrpSpPr>
            <p:nvPr/>
          </p:nvGrpSpPr>
          <p:grpSpPr bwMode="auto">
            <a:xfrm>
              <a:off x="3476" y="864"/>
              <a:ext cx="950" cy="480"/>
              <a:chOff x="3476" y="864"/>
              <a:chExt cx="950" cy="480"/>
            </a:xfrm>
          </p:grpSpPr>
          <p:sp>
            <p:nvSpPr>
              <p:cNvPr id="28707" name="Rectangle 35"/>
              <p:cNvSpPr>
                <a:spLocks noChangeArrowheads="1"/>
              </p:cNvSpPr>
              <p:nvPr/>
            </p:nvSpPr>
            <p:spPr bwMode="auto">
              <a:xfrm>
                <a:off x="3519" y="864"/>
                <a:ext cx="864"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700">
                    <a:solidFill>
                      <a:srgbClr val="000000"/>
                    </a:solidFill>
                  </a:rPr>
                  <a:t>12</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8708" name="Rectangle 36"/>
              <p:cNvSpPr>
                <a:spLocks noChangeArrowheads="1"/>
              </p:cNvSpPr>
              <p:nvPr/>
            </p:nvSpPr>
            <p:spPr bwMode="auto">
              <a:xfrm>
                <a:off x="3476" y="864"/>
                <a:ext cx="950"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709" name="Group 37"/>
            <p:cNvGrpSpPr>
              <a:grpSpLocks/>
            </p:cNvGrpSpPr>
            <p:nvPr/>
          </p:nvGrpSpPr>
          <p:grpSpPr bwMode="auto">
            <a:xfrm>
              <a:off x="0" y="1344"/>
              <a:ext cx="878" cy="480"/>
              <a:chOff x="0" y="1344"/>
              <a:chExt cx="878" cy="480"/>
            </a:xfrm>
          </p:grpSpPr>
          <p:sp>
            <p:nvSpPr>
              <p:cNvPr id="28710" name="Rectangle 38"/>
              <p:cNvSpPr>
                <a:spLocks noChangeArrowheads="1"/>
              </p:cNvSpPr>
              <p:nvPr/>
            </p:nvSpPr>
            <p:spPr bwMode="auto">
              <a:xfrm>
                <a:off x="43" y="1344"/>
                <a:ext cx="792"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200">
                    <a:solidFill>
                      <a:srgbClr val="000000"/>
                    </a:solidFill>
                  </a:rPr>
                  <a:t>JOHN</a:t>
                </a:r>
              </a:p>
              <a:p>
                <a:pPr algn="ctr" eaLnBrk="0" hangingPunct="0">
                  <a:lnSpc>
                    <a:spcPct val="100000"/>
                  </a:lnSpc>
                  <a:spcBef>
                    <a:spcPct val="0"/>
                  </a:spcBef>
                  <a:buClrTx/>
                  <a:buSzTx/>
                  <a:buFontTx/>
                  <a:buNone/>
                </a:pPr>
                <a:endParaRPr lang="en-US" altLang="en-US"/>
              </a:p>
            </p:txBody>
          </p:sp>
          <p:sp>
            <p:nvSpPr>
              <p:cNvPr id="28711" name="Rectangle 39"/>
              <p:cNvSpPr>
                <a:spLocks noChangeArrowheads="1"/>
              </p:cNvSpPr>
              <p:nvPr/>
            </p:nvSpPr>
            <p:spPr bwMode="auto">
              <a:xfrm>
                <a:off x="0" y="1344"/>
                <a:ext cx="878"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712" name="Group 40"/>
            <p:cNvGrpSpPr>
              <a:grpSpLocks/>
            </p:cNvGrpSpPr>
            <p:nvPr/>
          </p:nvGrpSpPr>
          <p:grpSpPr bwMode="auto">
            <a:xfrm>
              <a:off x="878" y="1344"/>
              <a:ext cx="878" cy="480"/>
              <a:chOff x="878" y="1344"/>
              <a:chExt cx="878" cy="480"/>
            </a:xfrm>
          </p:grpSpPr>
          <p:sp>
            <p:nvSpPr>
              <p:cNvPr id="28713" name="Rectangle 41"/>
              <p:cNvSpPr>
                <a:spLocks noChangeArrowheads="1"/>
              </p:cNvSpPr>
              <p:nvPr/>
            </p:nvSpPr>
            <p:spPr bwMode="auto">
              <a:xfrm>
                <a:off x="921" y="1344"/>
                <a:ext cx="792"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700">
                    <a:solidFill>
                      <a:srgbClr val="000000"/>
                    </a:solidFill>
                  </a:rPr>
                  <a:t>2</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8714" name="Rectangle 42"/>
              <p:cNvSpPr>
                <a:spLocks noChangeArrowheads="1"/>
              </p:cNvSpPr>
              <p:nvPr/>
            </p:nvSpPr>
            <p:spPr bwMode="auto">
              <a:xfrm>
                <a:off x="878" y="1344"/>
                <a:ext cx="878"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715" name="Group 43"/>
            <p:cNvGrpSpPr>
              <a:grpSpLocks/>
            </p:cNvGrpSpPr>
            <p:nvPr/>
          </p:nvGrpSpPr>
          <p:grpSpPr bwMode="auto">
            <a:xfrm>
              <a:off x="1756" y="1344"/>
              <a:ext cx="878" cy="480"/>
              <a:chOff x="1756" y="1344"/>
              <a:chExt cx="878" cy="480"/>
            </a:xfrm>
          </p:grpSpPr>
          <p:sp>
            <p:nvSpPr>
              <p:cNvPr id="28716" name="Rectangle 44"/>
              <p:cNvSpPr>
                <a:spLocks noChangeArrowheads="1"/>
              </p:cNvSpPr>
              <p:nvPr/>
            </p:nvSpPr>
            <p:spPr bwMode="auto">
              <a:xfrm>
                <a:off x="1799" y="1344"/>
                <a:ext cx="792"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700">
                    <a:solidFill>
                      <a:srgbClr val="000000"/>
                    </a:solidFill>
                  </a:rPr>
                  <a:t>$120</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8717" name="Rectangle 45"/>
              <p:cNvSpPr>
                <a:spLocks noChangeArrowheads="1"/>
              </p:cNvSpPr>
              <p:nvPr/>
            </p:nvSpPr>
            <p:spPr bwMode="auto">
              <a:xfrm>
                <a:off x="1756" y="1344"/>
                <a:ext cx="878"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718" name="Group 46"/>
            <p:cNvGrpSpPr>
              <a:grpSpLocks/>
            </p:cNvGrpSpPr>
            <p:nvPr/>
          </p:nvGrpSpPr>
          <p:grpSpPr bwMode="auto">
            <a:xfrm>
              <a:off x="2634" y="1344"/>
              <a:ext cx="842" cy="480"/>
              <a:chOff x="2634" y="1344"/>
              <a:chExt cx="842" cy="480"/>
            </a:xfrm>
          </p:grpSpPr>
          <p:sp>
            <p:nvSpPr>
              <p:cNvPr id="28719" name="Rectangle 47"/>
              <p:cNvSpPr>
                <a:spLocks noChangeArrowheads="1"/>
              </p:cNvSpPr>
              <p:nvPr/>
            </p:nvSpPr>
            <p:spPr bwMode="auto">
              <a:xfrm>
                <a:off x="2677" y="1344"/>
                <a:ext cx="756"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500">
                    <a:solidFill>
                      <a:srgbClr val="000000"/>
                    </a:solidFill>
                  </a:rPr>
                  <a:t>12</a:t>
                </a:r>
                <a:endParaRPr lang="en-US" altLang="en-US" sz="900">
                  <a:solidFill>
                    <a:srgbClr val="000000"/>
                  </a:solidFill>
                </a:endParaRPr>
              </a:p>
              <a:p>
                <a:pPr algn="ctr" eaLnBrk="0" hangingPunct="0">
                  <a:lnSpc>
                    <a:spcPct val="100000"/>
                  </a:lnSpc>
                  <a:spcBef>
                    <a:spcPct val="0"/>
                  </a:spcBef>
                  <a:buClrTx/>
                  <a:buSzTx/>
                  <a:buFontTx/>
                  <a:buNone/>
                </a:pPr>
                <a:endParaRPr lang="en-US" altLang="en-US"/>
              </a:p>
            </p:txBody>
          </p:sp>
          <p:sp>
            <p:nvSpPr>
              <p:cNvPr id="28720" name="Rectangle 48"/>
              <p:cNvSpPr>
                <a:spLocks noChangeArrowheads="1"/>
              </p:cNvSpPr>
              <p:nvPr/>
            </p:nvSpPr>
            <p:spPr bwMode="auto">
              <a:xfrm>
                <a:off x="2634" y="1344"/>
                <a:ext cx="842"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721" name="Group 49"/>
            <p:cNvGrpSpPr>
              <a:grpSpLocks/>
            </p:cNvGrpSpPr>
            <p:nvPr/>
          </p:nvGrpSpPr>
          <p:grpSpPr bwMode="auto">
            <a:xfrm>
              <a:off x="3476" y="1344"/>
              <a:ext cx="950" cy="480"/>
              <a:chOff x="3476" y="1344"/>
              <a:chExt cx="950" cy="480"/>
            </a:xfrm>
          </p:grpSpPr>
          <p:sp>
            <p:nvSpPr>
              <p:cNvPr id="28722" name="Rectangle 50"/>
              <p:cNvSpPr>
                <a:spLocks noChangeArrowheads="1"/>
              </p:cNvSpPr>
              <p:nvPr/>
            </p:nvSpPr>
            <p:spPr bwMode="auto">
              <a:xfrm>
                <a:off x="3519" y="1344"/>
                <a:ext cx="864"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700">
                    <a:solidFill>
                      <a:srgbClr val="000000"/>
                    </a:solidFill>
                  </a:rPr>
                  <a:t>36</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8723" name="Rectangle 51"/>
              <p:cNvSpPr>
                <a:spLocks noChangeArrowheads="1"/>
              </p:cNvSpPr>
              <p:nvPr/>
            </p:nvSpPr>
            <p:spPr bwMode="auto">
              <a:xfrm>
                <a:off x="3476" y="1344"/>
                <a:ext cx="950"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724" name="Group 52"/>
            <p:cNvGrpSpPr>
              <a:grpSpLocks/>
            </p:cNvGrpSpPr>
            <p:nvPr/>
          </p:nvGrpSpPr>
          <p:grpSpPr bwMode="auto">
            <a:xfrm>
              <a:off x="0" y="1824"/>
              <a:ext cx="878" cy="480"/>
              <a:chOff x="0" y="1824"/>
              <a:chExt cx="878" cy="480"/>
            </a:xfrm>
          </p:grpSpPr>
          <p:sp>
            <p:nvSpPr>
              <p:cNvPr id="28725" name="Rectangle 53"/>
              <p:cNvSpPr>
                <a:spLocks noChangeArrowheads="1"/>
              </p:cNvSpPr>
              <p:nvPr/>
            </p:nvSpPr>
            <p:spPr bwMode="auto">
              <a:xfrm>
                <a:off x="43" y="1824"/>
                <a:ext cx="792"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900">
                    <a:solidFill>
                      <a:srgbClr val="000000"/>
                    </a:solidFill>
                  </a:rPr>
                  <a:t> </a:t>
                </a:r>
              </a:p>
              <a:p>
                <a:pPr algn="ctr" eaLnBrk="0" hangingPunct="0">
                  <a:lnSpc>
                    <a:spcPct val="100000"/>
                  </a:lnSpc>
                  <a:spcBef>
                    <a:spcPct val="0"/>
                  </a:spcBef>
                  <a:buClrTx/>
                  <a:buSzTx/>
                  <a:buFontTx/>
                  <a:buNone/>
                </a:pPr>
                <a:endParaRPr lang="en-US" altLang="en-US"/>
              </a:p>
            </p:txBody>
          </p:sp>
          <p:sp>
            <p:nvSpPr>
              <p:cNvPr id="28726" name="Rectangle 54"/>
              <p:cNvSpPr>
                <a:spLocks noChangeArrowheads="1"/>
              </p:cNvSpPr>
              <p:nvPr/>
            </p:nvSpPr>
            <p:spPr bwMode="auto">
              <a:xfrm>
                <a:off x="0" y="1824"/>
                <a:ext cx="878"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727" name="Group 55"/>
            <p:cNvGrpSpPr>
              <a:grpSpLocks/>
            </p:cNvGrpSpPr>
            <p:nvPr/>
          </p:nvGrpSpPr>
          <p:grpSpPr bwMode="auto">
            <a:xfrm>
              <a:off x="878" y="1824"/>
              <a:ext cx="878" cy="480"/>
              <a:chOff x="878" y="1824"/>
              <a:chExt cx="878" cy="480"/>
            </a:xfrm>
          </p:grpSpPr>
          <p:sp>
            <p:nvSpPr>
              <p:cNvPr id="28728" name="Rectangle 56"/>
              <p:cNvSpPr>
                <a:spLocks noChangeArrowheads="1"/>
              </p:cNvSpPr>
              <p:nvPr/>
            </p:nvSpPr>
            <p:spPr bwMode="auto">
              <a:xfrm>
                <a:off x="921" y="1824"/>
                <a:ext cx="792"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500">
                    <a:solidFill>
                      <a:srgbClr val="000000"/>
                    </a:solidFill>
                  </a:rPr>
                  <a:t>3</a:t>
                </a:r>
                <a:endParaRPr lang="en-US" altLang="en-US" sz="900">
                  <a:solidFill>
                    <a:srgbClr val="000000"/>
                  </a:solidFill>
                </a:endParaRPr>
              </a:p>
              <a:p>
                <a:pPr algn="ctr" eaLnBrk="0" hangingPunct="0">
                  <a:lnSpc>
                    <a:spcPct val="100000"/>
                  </a:lnSpc>
                  <a:spcBef>
                    <a:spcPct val="0"/>
                  </a:spcBef>
                  <a:buClrTx/>
                  <a:buSzTx/>
                  <a:buFontTx/>
                  <a:buNone/>
                </a:pPr>
                <a:endParaRPr lang="en-US" altLang="en-US"/>
              </a:p>
            </p:txBody>
          </p:sp>
          <p:sp>
            <p:nvSpPr>
              <p:cNvPr id="28729" name="Rectangle 57"/>
              <p:cNvSpPr>
                <a:spLocks noChangeArrowheads="1"/>
              </p:cNvSpPr>
              <p:nvPr/>
            </p:nvSpPr>
            <p:spPr bwMode="auto">
              <a:xfrm>
                <a:off x="878" y="1824"/>
                <a:ext cx="878"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730" name="Group 58"/>
            <p:cNvGrpSpPr>
              <a:grpSpLocks/>
            </p:cNvGrpSpPr>
            <p:nvPr/>
          </p:nvGrpSpPr>
          <p:grpSpPr bwMode="auto">
            <a:xfrm>
              <a:off x="1756" y="1824"/>
              <a:ext cx="878" cy="480"/>
              <a:chOff x="1756" y="1824"/>
              <a:chExt cx="878" cy="480"/>
            </a:xfrm>
          </p:grpSpPr>
          <p:sp>
            <p:nvSpPr>
              <p:cNvPr id="28731" name="Rectangle 59"/>
              <p:cNvSpPr>
                <a:spLocks noChangeArrowheads="1"/>
              </p:cNvSpPr>
              <p:nvPr/>
            </p:nvSpPr>
            <p:spPr bwMode="auto">
              <a:xfrm>
                <a:off x="1799" y="1824"/>
                <a:ext cx="792"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500">
                    <a:solidFill>
                      <a:srgbClr val="000000"/>
                    </a:solidFill>
                  </a:rPr>
                  <a:t>$60</a:t>
                </a:r>
                <a:endParaRPr lang="en-US" altLang="en-US" sz="900">
                  <a:solidFill>
                    <a:srgbClr val="000000"/>
                  </a:solidFill>
                </a:endParaRPr>
              </a:p>
              <a:p>
                <a:pPr algn="ctr" eaLnBrk="0" hangingPunct="0">
                  <a:lnSpc>
                    <a:spcPct val="100000"/>
                  </a:lnSpc>
                  <a:spcBef>
                    <a:spcPct val="0"/>
                  </a:spcBef>
                  <a:buClrTx/>
                  <a:buSzTx/>
                  <a:buFontTx/>
                  <a:buNone/>
                </a:pPr>
                <a:endParaRPr lang="en-US" altLang="en-US"/>
              </a:p>
            </p:txBody>
          </p:sp>
          <p:sp>
            <p:nvSpPr>
              <p:cNvPr id="28732" name="Rectangle 60"/>
              <p:cNvSpPr>
                <a:spLocks noChangeArrowheads="1"/>
              </p:cNvSpPr>
              <p:nvPr/>
            </p:nvSpPr>
            <p:spPr bwMode="auto">
              <a:xfrm>
                <a:off x="1756" y="1824"/>
                <a:ext cx="878"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733" name="Group 61"/>
            <p:cNvGrpSpPr>
              <a:grpSpLocks/>
            </p:cNvGrpSpPr>
            <p:nvPr/>
          </p:nvGrpSpPr>
          <p:grpSpPr bwMode="auto">
            <a:xfrm>
              <a:off x="2634" y="1824"/>
              <a:ext cx="842" cy="480"/>
              <a:chOff x="2634" y="1824"/>
              <a:chExt cx="842" cy="480"/>
            </a:xfrm>
          </p:grpSpPr>
          <p:sp>
            <p:nvSpPr>
              <p:cNvPr id="28734" name="Rectangle 62"/>
              <p:cNvSpPr>
                <a:spLocks noChangeArrowheads="1"/>
              </p:cNvSpPr>
              <p:nvPr/>
            </p:nvSpPr>
            <p:spPr bwMode="auto">
              <a:xfrm>
                <a:off x="2677" y="1824"/>
                <a:ext cx="756"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500">
                    <a:solidFill>
                      <a:srgbClr val="000000"/>
                    </a:solidFill>
                  </a:rPr>
                  <a:t>6</a:t>
                </a:r>
                <a:endParaRPr lang="en-US" altLang="en-US" sz="900">
                  <a:solidFill>
                    <a:srgbClr val="000000"/>
                  </a:solidFill>
                </a:endParaRPr>
              </a:p>
              <a:p>
                <a:pPr algn="ctr" eaLnBrk="0" hangingPunct="0">
                  <a:lnSpc>
                    <a:spcPct val="100000"/>
                  </a:lnSpc>
                  <a:spcBef>
                    <a:spcPct val="0"/>
                  </a:spcBef>
                  <a:buClrTx/>
                  <a:buSzTx/>
                  <a:buFontTx/>
                  <a:buNone/>
                </a:pPr>
                <a:endParaRPr lang="en-US" altLang="en-US"/>
              </a:p>
            </p:txBody>
          </p:sp>
          <p:sp>
            <p:nvSpPr>
              <p:cNvPr id="28735" name="Rectangle 63"/>
              <p:cNvSpPr>
                <a:spLocks noChangeArrowheads="1"/>
              </p:cNvSpPr>
              <p:nvPr/>
            </p:nvSpPr>
            <p:spPr bwMode="auto">
              <a:xfrm>
                <a:off x="2634" y="1824"/>
                <a:ext cx="842"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736" name="Group 64"/>
            <p:cNvGrpSpPr>
              <a:grpSpLocks/>
            </p:cNvGrpSpPr>
            <p:nvPr/>
          </p:nvGrpSpPr>
          <p:grpSpPr bwMode="auto">
            <a:xfrm>
              <a:off x="3476" y="1824"/>
              <a:ext cx="950" cy="480"/>
              <a:chOff x="3476" y="1824"/>
              <a:chExt cx="950" cy="480"/>
            </a:xfrm>
          </p:grpSpPr>
          <p:sp>
            <p:nvSpPr>
              <p:cNvPr id="28737" name="Rectangle 65"/>
              <p:cNvSpPr>
                <a:spLocks noChangeArrowheads="1"/>
              </p:cNvSpPr>
              <p:nvPr/>
            </p:nvSpPr>
            <p:spPr bwMode="auto">
              <a:xfrm>
                <a:off x="3519" y="1824"/>
                <a:ext cx="864"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700">
                    <a:solidFill>
                      <a:srgbClr val="000000"/>
                    </a:solidFill>
                  </a:rPr>
                  <a:t>18</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8738" name="Rectangle 66"/>
              <p:cNvSpPr>
                <a:spLocks noChangeArrowheads="1"/>
              </p:cNvSpPr>
              <p:nvPr/>
            </p:nvSpPr>
            <p:spPr bwMode="auto">
              <a:xfrm>
                <a:off x="3476" y="1824"/>
                <a:ext cx="950"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739" name="Group 67"/>
            <p:cNvGrpSpPr>
              <a:grpSpLocks/>
            </p:cNvGrpSpPr>
            <p:nvPr/>
          </p:nvGrpSpPr>
          <p:grpSpPr bwMode="auto">
            <a:xfrm>
              <a:off x="0" y="2304"/>
              <a:ext cx="878" cy="384"/>
              <a:chOff x="0" y="2304"/>
              <a:chExt cx="878" cy="384"/>
            </a:xfrm>
          </p:grpSpPr>
          <p:sp>
            <p:nvSpPr>
              <p:cNvPr id="28740" name="Rectangle 68"/>
              <p:cNvSpPr>
                <a:spLocks noChangeArrowheads="1"/>
              </p:cNvSpPr>
              <p:nvPr/>
            </p:nvSpPr>
            <p:spPr bwMode="auto">
              <a:xfrm>
                <a:off x="43" y="2304"/>
                <a:ext cx="792"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900">
                    <a:solidFill>
                      <a:srgbClr val="000000"/>
                    </a:solidFill>
                  </a:rPr>
                  <a:t> </a:t>
                </a:r>
              </a:p>
              <a:p>
                <a:pPr algn="ctr" eaLnBrk="0" hangingPunct="0">
                  <a:lnSpc>
                    <a:spcPct val="100000"/>
                  </a:lnSpc>
                  <a:spcBef>
                    <a:spcPct val="0"/>
                  </a:spcBef>
                  <a:buClrTx/>
                  <a:buSzTx/>
                  <a:buFontTx/>
                  <a:buNone/>
                </a:pPr>
                <a:endParaRPr lang="en-US" altLang="en-US"/>
              </a:p>
            </p:txBody>
          </p:sp>
          <p:sp>
            <p:nvSpPr>
              <p:cNvPr id="28741" name="Rectangle 69"/>
              <p:cNvSpPr>
                <a:spLocks noChangeArrowheads="1"/>
              </p:cNvSpPr>
              <p:nvPr/>
            </p:nvSpPr>
            <p:spPr bwMode="auto">
              <a:xfrm>
                <a:off x="0" y="2304"/>
                <a:ext cx="878"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742" name="Group 70"/>
            <p:cNvGrpSpPr>
              <a:grpSpLocks/>
            </p:cNvGrpSpPr>
            <p:nvPr/>
          </p:nvGrpSpPr>
          <p:grpSpPr bwMode="auto">
            <a:xfrm>
              <a:off x="878" y="2304"/>
              <a:ext cx="878" cy="384"/>
              <a:chOff x="878" y="2304"/>
              <a:chExt cx="878" cy="384"/>
            </a:xfrm>
          </p:grpSpPr>
          <p:sp>
            <p:nvSpPr>
              <p:cNvPr id="28743" name="Rectangle 71"/>
              <p:cNvSpPr>
                <a:spLocks noChangeArrowheads="1"/>
              </p:cNvSpPr>
              <p:nvPr/>
            </p:nvSpPr>
            <p:spPr bwMode="auto">
              <a:xfrm>
                <a:off x="921" y="2304"/>
                <a:ext cx="792"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900">
                    <a:solidFill>
                      <a:srgbClr val="000000"/>
                    </a:solidFill>
                  </a:rPr>
                  <a:t> </a:t>
                </a:r>
              </a:p>
              <a:p>
                <a:pPr algn="ctr" eaLnBrk="0" hangingPunct="0">
                  <a:lnSpc>
                    <a:spcPct val="100000"/>
                  </a:lnSpc>
                  <a:spcBef>
                    <a:spcPct val="0"/>
                  </a:spcBef>
                  <a:buClrTx/>
                  <a:buSzTx/>
                  <a:buFontTx/>
                  <a:buNone/>
                </a:pPr>
                <a:endParaRPr lang="en-US" altLang="en-US"/>
              </a:p>
            </p:txBody>
          </p:sp>
          <p:sp>
            <p:nvSpPr>
              <p:cNvPr id="28744" name="Rectangle 72"/>
              <p:cNvSpPr>
                <a:spLocks noChangeArrowheads="1"/>
              </p:cNvSpPr>
              <p:nvPr/>
            </p:nvSpPr>
            <p:spPr bwMode="auto">
              <a:xfrm>
                <a:off x="878" y="2304"/>
                <a:ext cx="878"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745" name="Group 73"/>
            <p:cNvGrpSpPr>
              <a:grpSpLocks/>
            </p:cNvGrpSpPr>
            <p:nvPr/>
          </p:nvGrpSpPr>
          <p:grpSpPr bwMode="auto">
            <a:xfrm>
              <a:off x="1756" y="2304"/>
              <a:ext cx="878" cy="384"/>
              <a:chOff x="1756" y="2304"/>
              <a:chExt cx="878" cy="384"/>
            </a:xfrm>
          </p:grpSpPr>
          <p:sp>
            <p:nvSpPr>
              <p:cNvPr id="28746" name="Rectangle 74"/>
              <p:cNvSpPr>
                <a:spLocks noChangeArrowheads="1"/>
              </p:cNvSpPr>
              <p:nvPr/>
            </p:nvSpPr>
            <p:spPr bwMode="auto">
              <a:xfrm>
                <a:off x="1799" y="2304"/>
                <a:ext cx="792"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900">
                    <a:solidFill>
                      <a:srgbClr val="000000"/>
                    </a:solidFill>
                  </a:rPr>
                  <a:t> </a:t>
                </a:r>
              </a:p>
              <a:p>
                <a:pPr algn="ctr" eaLnBrk="0" hangingPunct="0">
                  <a:lnSpc>
                    <a:spcPct val="100000"/>
                  </a:lnSpc>
                  <a:spcBef>
                    <a:spcPct val="0"/>
                  </a:spcBef>
                  <a:buClrTx/>
                  <a:buSzTx/>
                  <a:buFontTx/>
                  <a:buNone/>
                </a:pPr>
                <a:endParaRPr lang="en-US" altLang="en-US"/>
              </a:p>
            </p:txBody>
          </p:sp>
          <p:sp>
            <p:nvSpPr>
              <p:cNvPr id="28747" name="Rectangle 75"/>
              <p:cNvSpPr>
                <a:spLocks noChangeArrowheads="1"/>
              </p:cNvSpPr>
              <p:nvPr/>
            </p:nvSpPr>
            <p:spPr bwMode="auto">
              <a:xfrm>
                <a:off x="1756" y="2304"/>
                <a:ext cx="878"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748" name="Group 76"/>
            <p:cNvGrpSpPr>
              <a:grpSpLocks/>
            </p:cNvGrpSpPr>
            <p:nvPr/>
          </p:nvGrpSpPr>
          <p:grpSpPr bwMode="auto">
            <a:xfrm>
              <a:off x="2634" y="2304"/>
              <a:ext cx="842" cy="384"/>
              <a:chOff x="2634" y="2304"/>
              <a:chExt cx="842" cy="384"/>
            </a:xfrm>
          </p:grpSpPr>
          <p:sp>
            <p:nvSpPr>
              <p:cNvPr id="28749" name="Rectangle 77"/>
              <p:cNvSpPr>
                <a:spLocks noChangeArrowheads="1"/>
              </p:cNvSpPr>
              <p:nvPr/>
            </p:nvSpPr>
            <p:spPr bwMode="auto">
              <a:xfrm>
                <a:off x="2677" y="2304"/>
                <a:ext cx="756"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900">
                    <a:solidFill>
                      <a:srgbClr val="000000"/>
                    </a:solidFill>
                  </a:rPr>
                  <a:t> </a:t>
                </a:r>
              </a:p>
              <a:p>
                <a:pPr algn="ctr" eaLnBrk="0" hangingPunct="0">
                  <a:lnSpc>
                    <a:spcPct val="100000"/>
                  </a:lnSpc>
                  <a:spcBef>
                    <a:spcPct val="0"/>
                  </a:spcBef>
                  <a:buClrTx/>
                  <a:buSzTx/>
                  <a:buFontTx/>
                  <a:buNone/>
                </a:pPr>
                <a:endParaRPr lang="en-US" altLang="en-US"/>
              </a:p>
            </p:txBody>
          </p:sp>
          <p:sp>
            <p:nvSpPr>
              <p:cNvPr id="28750" name="Rectangle 78"/>
              <p:cNvSpPr>
                <a:spLocks noChangeArrowheads="1"/>
              </p:cNvSpPr>
              <p:nvPr/>
            </p:nvSpPr>
            <p:spPr bwMode="auto">
              <a:xfrm>
                <a:off x="2634" y="2304"/>
                <a:ext cx="842"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751" name="Group 79"/>
            <p:cNvGrpSpPr>
              <a:grpSpLocks/>
            </p:cNvGrpSpPr>
            <p:nvPr/>
          </p:nvGrpSpPr>
          <p:grpSpPr bwMode="auto">
            <a:xfrm>
              <a:off x="3476" y="2304"/>
              <a:ext cx="950" cy="384"/>
              <a:chOff x="3476" y="2304"/>
              <a:chExt cx="950" cy="384"/>
            </a:xfrm>
          </p:grpSpPr>
          <p:sp>
            <p:nvSpPr>
              <p:cNvPr id="28752" name="Rectangle 80"/>
              <p:cNvSpPr>
                <a:spLocks noChangeArrowheads="1"/>
              </p:cNvSpPr>
              <p:nvPr/>
            </p:nvSpPr>
            <p:spPr bwMode="auto">
              <a:xfrm>
                <a:off x="3519" y="2304"/>
                <a:ext cx="864"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900">
                    <a:solidFill>
                      <a:srgbClr val="000000"/>
                    </a:solidFill>
                  </a:rPr>
                  <a:t> </a:t>
                </a:r>
              </a:p>
              <a:p>
                <a:pPr algn="ctr" eaLnBrk="0" hangingPunct="0">
                  <a:lnSpc>
                    <a:spcPct val="100000"/>
                  </a:lnSpc>
                  <a:spcBef>
                    <a:spcPct val="0"/>
                  </a:spcBef>
                  <a:buClrTx/>
                  <a:buSzTx/>
                  <a:buFontTx/>
                  <a:buNone/>
                </a:pPr>
                <a:endParaRPr lang="en-US" altLang="en-US"/>
              </a:p>
            </p:txBody>
          </p:sp>
          <p:sp>
            <p:nvSpPr>
              <p:cNvPr id="28753" name="Rectangle 81"/>
              <p:cNvSpPr>
                <a:spLocks noChangeArrowheads="1"/>
              </p:cNvSpPr>
              <p:nvPr/>
            </p:nvSpPr>
            <p:spPr bwMode="auto">
              <a:xfrm>
                <a:off x="3476" y="2304"/>
                <a:ext cx="950"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754" name="Group 82"/>
            <p:cNvGrpSpPr>
              <a:grpSpLocks/>
            </p:cNvGrpSpPr>
            <p:nvPr/>
          </p:nvGrpSpPr>
          <p:grpSpPr bwMode="auto">
            <a:xfrm>
              <a:off x="0" y="2688"/>
              <a:ext cx="878" cy="480"/>
              <a:chOff x="0" y="2688"/>
              <a:chExt cx="878" cy="480"/>
            </a:xfrm>
          </p:grpSpPr>
          <p:sp>
            <p:nvSpPr>
              <p:cNvPr id="28755" name="Rectangle 83"/>
              <p:cNvSpPr>
                <a:spLocks noChangeArrowheads="1"/>
              </p:cNvSpPr>
              <p:nvPr/>
            </p:nvSpPr>
            <p:spPr bwMode="auto">
              <a:xfrm>
                <a:off x="43" y="2688"/>
                <a:ext cx="792"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400">
                    <a:solidFill>
                      <a:srgbClr val="000000"/>
                    </a:solidFill>
                  </a:rPr>
                  <a:t>SMITH</a:t>
                </a:r>
              </a:p>
              <a:p>
                <a:pPr algn="ctr" eaLnBrk="0" hangingPunct="0">
                  <a:lnSpc>
                    <a:spcPct val="100000"/>
                  </a:lnSpc>
                  <a:spcBef>
                    <a:spcPct val="0"/>
                  </a:spcBef>
                  <a:buClrTx/>
                  <a:buSzTx/>
                  <a:buFontTx/>
                  <a:buNone/>
                </a:pPr>
                <a:endParaRPr lang="en-US" altLang="en-US" sz="2000"/>
              </a:p>
            </p:txBody>
          </p:sp>
          <p:sp>
            <p:nvSpPr>
              <p:cNvPr id="28756" name="Rectangle 84"/>
              <p:cNvSpPr>
                <a:spLocks noChangeArrowheads="1"/>
              </p:cNvSpPr>
              <p:nvPr/>
            </p:nvSpPr>
            <p:spPr bwMode="auto">
              <a:xfrm>
                <a:off x="0" y="2688"/>
                <a:ext cx="878"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757" name="Group 85"/>
            <p:cNvGrpSpPr>
              <a:grpSpLocks/>
            </p:cNvGrpSpPr>
            <p:nvPr/>
          </p:nvGrpSpPr>
          <p:grpSpPr bwMode="auto">
            <a:xfrm>
              <a:off x="878" y="2688"/>
              <a:ext cx="878" cy="480"/>
              <a:chOff x="878" y="2688"/>
              <a:chExt cx="878" cy="480"/>
            </a:xfrm>
          </p:grpSpPr>
          <p:sp>
            <p:nvSpPr>
              <p:cNvPr id="28758" name="Rectangle 86"/>
              <p:cNvSpPr>
                <a:spLocks noChangeArrowheads="1"/>
              </p:cNvSpPr>
              <p:nvPr/>
            </p:nvSpPr>
            <p:spPr bwMode="auto">
              <a:xfrm>
                <a:off x="921" y="2688"/>
                <a:ext cx="792"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700">
                    <a:solidFill>
                      <a:srgbClr val="000000"/>
                    </a:solidFill>
                  </a:rPr>
                  <a:t>1</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8759" name="Rectangle 87"/>
              <p:cNvSpPr>
                <a:spLocks noChangeArrowheads="1"/>
              </p:cNvSpPr>
              <p:nvPr/>
            </p:nvSpPr>
            <p:spPr bwMode="auto">
              <a:xfrm>
                <a:off x="878" y="2688"/>
                <a:ext cx="878"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760" name="Group 88"/>
            <p:cNvGrpSpPr>
              <a:grpSpLocks/>
            </p:cNvGrpSpPr>
            <p:nvPr/>
          </p:nvGrpSpPr>
          <p:grpSpPr bwMode="auto">
            <a:xfrm>
              <a:off x="1756" y="2688"/>
              <a:ext cx="878" cy="480"/>
              <a:chOff x="1756" y="2688"/>
              <a:chExt cx="878" cy="480"/>
            </a:xfrm>
          </p:grpSpPr>
          <p:sp>
            <p:nvSpPr>
              <p:cNvPr id="28761" name="Rectangle 89"/>
              <p:cNvSpPr>
                <a:spLocks noChangeArrowheads="1"/>
              </p:cNvSpPr>
              <p:nvPr/>
            </p:nvSpPr>
            <p:spPr bwMode="auto">
              <a:xfrm>
                <a:off x="1799" y="2688"/>
                <a:ext cx="792"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700">
                    <a:solidFill>
                      <a:srgbClr val="000000"/>
                    </a:solidFill>
                  </a:rPr>
                  <a:t>$400</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8762" name="Rectangle 90"/>
              <p:cNvSpPr>
                <a:spLocks noChangeArrowheads="1"/>
              </p:cNvSpPr>
              <p:nvPr/>
            </p:nvSpPr>
            <p:spPr bwMode="auto">
              <a:xfrm>
                <a:off x="1756" y="2688"/>
                <a:ext cx="878"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763" name="Group 91"/>
            <p:cNvGrpSpPr>
              <a:grpSpLocks/>
            </p:cNvGrpSpPr>
            <p:nvPr/>
          </p:nvGrpSpPr>
          <p:grpSpPr bwMode="auto">
            <a:xfrm>
              <a:off x="2634" y="2688"/>
              <a:ext cx="842" cy="480"/>
              <a:chOff x="2634" y="2688"/>
              <a:chExt cx="842" cy="480"/>
            </a:xfrm>
          </p:grpSpPr>
          <p:sp>
            <p:nvSpPr>
              <p:cNvPr id="28764" name="Rectangle 92"/>
              <p:cNvSpPr>
                <a:spLocks noChangeArrowheads="1"/>
              </p:cNvSpPr>
              <p:nvPr/>
            </p:nvSpPr>
            <p:spPr bwMode="auto">
              <a:xfrm>
                <a:off x="2677" y="2688"/>
                <a:ext cx="756"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500">
                    <a:solidFill>
                      <a:srgbClr val="000000"/>
                    </a:solidFill>
                  </a:rPr>
                  <a:t>25</a:t>
                </a:r>
                <a:endParaRPr lang="en-US" altLang="en-US" sz="900">
                  <a:solidFill>
                    <a:srgbClr val="000000"/>
                  </a:solidFill>
                </a:endParaRPr>
              </a:p>
              <a:p>
                <a:pPr algn="ctr" eaLnBrk="0" hangingPunct="0">
                  <a:lnSpc>
                    <a:spcPct val="100000"/>
                  </a:lnSpc>
                  <a:spcBef>
                    <a:spcPct val="0"/>
                  </a:spcBef>
                  <a:buClrTx/>
                  <a:buSzTx/>
                  <a:buFontTx/>
                  <a:buNone/>
                </a:pPr>
                <a:endParaRPr lang="en-US" altLang="en-US"/>
              </a:p>
            </p:txBody>
          </p:sp>
          <p:sp>
            <p:nvSpPr>
              <p:cNvPr id="28765" name="Rectangle 93"/>
              <p:cNvSpPr>
                <a:spLocks noChangeArrowheads="1"/>
              </p:cNvSpPr>
              <p:nvPr/>
            </p:nvSpPr>
            <p:spPr bwMode="auto">
              <a:xfrm>
                <a:off x="2634" y="2688"/>
                <a:ext cx="842"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766" name="Group 94"/>
            <p:cNvGrpSpPr>
              <a:grpSpLocks/>
            </p:cNvGrpSpPr>
            <p:nvPr/>
          </p:nvGrpSpPr>
          <p:grpSpPr bwMode="auto">
            <a:xfrm>
              <a:off x="3476" y="2688"/>
              <a:ext cx="950" cy="480"/>
              <a:chOff x="3476" y="2688"/>
              <a:chExt cx="950" cy="480"/>
            </a:xfrm>
          </p:grpSpPr>
          <p:sp>
            <p:nvSpPr>
              <p:cNvPr id="28767" name="Rectangle 95"/>
              <p:cNvSpPr>
                <a:spLocks noChangeArrowheads="1"/>
              </p:cNvSpPr>
              <p:nvPr/>
            </p:nvSpPr>
            <p:spPr bwMode="auto">
              <a:xfrm>
                <a:off x="3519" y="2688"/>
                <a:ext cx="864"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700">
                    <a:solidFill>
                      <a:srgbClr val="000000"/>
                    </a:solidFill>
                  </a:rPr>
                  <a:t>75</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8768" name="Rectangle 96"/>
              <p:cNvSpPr>
                <a:spLocks noChangeArrowheads="1"/>
              </p:cNvSpPr>
              <p:nvPr/>
            </p:nvSpPr>
            <p:spPr bwMode="auto">
              <a:xfrm>
                <a:off x="3476" y="2688"/>
                <a:ext cx="950"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769" name="Group 97"/>
            <p:cNvGrpSpPr>
              <a:grpSpLocks/>
            </p:cNvGrpSpPr>
            <p:nvPr/>
          </p:nvGrpSpPr>
          <p:grpSpPr bwMode="auto">
            <a:xfrm>
              <a:off x="0" y="3168"/>
              <a:ext cx="878" cy="384"/>
              <a:chOff x="0" y="3168"/>
              <a:chExt cx="878" cy="384"/>
            </a:xfrm>
          </p:grpSpPr>
          <p:sp>
            <p:nvSpPr>
              <p:cNvPr id="28770" name="Rectangle 98"/>
              <p:cNvSpPr>
                <a:spLocks noChangeArrowheads="1"/>
              </p:cNvSpPr>
              <p:nvPr/>
            </p:nvSpPr>
            <p:spPr bwMode="auto">
              <a:xfrm>
                <a:off x="43" y="3168"/>
                <a:ext cx="792"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900">
                    <a:solidFill>
                      <a:srgbClr val="000000"/>
                    </a:solidFill>
                  </a:rPr>
                  <a:t> </a:t>
                </a:r>
              </a:p>
              <a:p>
                <a:pPr algn="ctr" eaLnBrk="0" hangingPunct="0">
                  <a:lnSpc>
                    <a:spcPct val="100000"/>
                  </a:lnSpc>
                  <a:spcBef>
                    <a:spcPct val="0"/>
                  </a:spcBef>
                  <a:buClrTx/>
                  <a:buSzTx/>
                  <a:buFontTx/>
                  <a:buNone/>
                </a:pPr>
                <a:endParaRPr lang="en-US" altLang="en-US"/>
              </a:p>
            </p:txBody>
          </p:sp>
          <p:sp>
            <p:nvSpPr>
              <p:cNvPr id="28771" name="Rectangle 99"/>
              <p:cNvSpPr>
                <a:spLocks noChangeArrowheads="1"/>
              </p:cNvSpPr>
              <p:nvPr/>
            </p:nvSpPr>
            <p:spPr bwMode="auto">
              <a:xfrm>
                <a:off x="0" y="3168"/>
                <a:ext cx="878"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772" name="Group 100"/>
            <p:cNvGrpSpPr>
              <a:grpSpLocks/>
            </p:cNvGrpSpPr>
            <p:nvPr/>
          </p:nvGrpSpPr>
          <p:grpSpPr bwMode="auto">
            <a:xfrm>
              <a:off x="878" y="3168"/>
              <a:ext cx="878" cy="384"/>
              <a:chOff x="878" y="3168"/>
              <a:chExt cx="878" cy="384"/>
            </a:xfrm>
          </p:grpSpPr>
          <p:sp>
            <p:nvSpPr>
              <p:cNvPr id="28773" name="Rectangle 101"/>
              <p:cNvSpPr>
                <a:spLocks noChangeArrowheads="1"/>
              </p:cNvSpPr>
              <p:nvPr/>
            </p:nvSpPr>
            <p:spPr bwMode="auto">
              <a:xfrm>
                <a:off x="921" y="3168"/>
                <a:ext cx="792"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900">
                    <a:solidFill>
                      <a:srgbClr val="000000"/>
                    </a:solidFill>
                  </a:rPr>
                  <a:t> </a:t>
                </a:r>
              </a:p>
              <a:p>
                <a:pPr algn="ctr" eaLnBrk="0" hangingPunct="0">
                  <a:lnSpc>
                    <a:spcPct val="100000"/>
                  </a:lnSpc>
                  <a:spcBef>
                    <a:spcPct val="0"/>
                  </a:spcBef>
                  <a:buClrTx/>
                  <a:buSzTx/>
                  <a:buFontTx/>
                  <a:buNone/>
                </a:pPr>
                <a:endParaRPr lang="en-US" altLang="en-US"/>
              </a:p>
            </p:txBody>
          </p:sp>
          <p:sp>
            <p:nvSpPr>
              <p:cNvPr id="28774" name="Rectangle 102"/>
              <p:cNvSpPr>
                <a:spLocks noChangeArrowheads="1"/>
              </p:cNvSpPr>
              <p:nvPr/>
            </p:nvSpPr>
            <p:spPr bwMode="auto">
              <a:xfrm>
                <a:off x="878" y="3168"/>
                <a:ext cx="878"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775" name="Group 103"/>
            <p:cNvGrpSpPr>
              <a:grpSpLocks/>
            </p:cNvGrpSpPr>
            <p:nvPr/>
          </p:nvGrpSpPr>
          <p:grpSpPr bwMode="auto">
            <a:xfrm>
              <a:off x="1756" y="3168"/>
              <a:ext cx="878" cy="384"/>
              <a:chOff x="1756" y="3168"/>
              <a:chExt cx="878" cy="384"/>
            </a:xfrm>
          </p:grpSpPr>
          <p:sp>
            <p:nvSpPr>
              <p:cNvPr id="28776" name="Rectangle 104"/>
              <p:cNvSpPr>
                <a:spLocks noChangeArrowheads="1"/>
              </p:cNvSpPr>
              <p:nvPr/>
            </p:nvSpPr>
            <p:spPr bwMode="auto">
              <a:xfrm>
                <a:off x="1799" y="3168"/>
                <a:ext cx="792"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900">
                    <a:solidFill>
                      <a:srgbClr val="000000"/>
                    </a:solidFill>
                  </a:rPr>
                  <a:t> </a:t>
                </a:r>
              </a:p>
              <a:p>
                <a:pPr algn="ctr" eaLnBrk="0" hangingPunct="0">
                  <a:lnSpc>
                    <a:spcPct val="100000"/>
                  </a:lnSpc>
                  <a:spcBef>
                    <a:spcPct val="0"/>
                  </a:spcBef>
                  <a:buClrTx/>
                  <a:buSzTx/>
                  <a:buFontTx/>
                  <a:buNone/>
                </a:pPr>
                <a:endParaRPr lang="en-US" altLang="en-US"/>
              </a:p>
            </p:txBody>
          </p:sp>
          <p:sp>
            <p:nvSpPr>
              <p:cNvPr id="28777" name="Rectangle 105"/>
              <p:cNvSpPr>
                <a:spLocks noChangeArrowheads="1"/>
              </p:cNvSpPr>
              <p:nvPr/>
            </p:nvSpPr>
            <p:spPr bwMode="auto">
              <a:xfrm>
                <a:off x="1756" y="3168"/>
                <a:ext cx="878"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778" name="Group 106"/>
            <p:cNvGrpSpPr>
              <a:grpSpLocks/>
            </p:cNvGrpSpPr>
            <p:nvPr/>
          </p:nvGrpSpPr>
          <p:grpSpPr bwMode="auto">
            <a:xfrm>
              <a:off x="2634" y="3168"/>
              <a:ext cx="842" cy="384"/>
              <a:chOff x="2634" y="3168"/>
              <a:chExt cx="842" cy="384"/>
            </a:xfrm>
          </p:grpSpPr>
          <p:sp>
            <p:nvSpPr>
              <p:cNvPr id="28779" name="Rectangle 107"/>
              <p:cNvSpPr>
                <a:spLocks noChangeArrowheads="1"/>
              </p:cNvSpPr>
              <p:nvPr/>
            </p:nvSpPr>
            <p:spPr bwMode="auto">
              <a:xfrm>
                <a:off x="2677" y="3168"/>
                <a:ext cx="756"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900">
                    <a:solidFill>
                      <a:srgbClr val="000000"/>
                    </a:solidFill>
                  </a:rPr>
                  <a:t> </a:t>
                </a:r>
              </a:p>
              <a:p>
                <a:pPr algn="ctr" eaLnBrk="0" hangingPunct="0">
                  <a:lnSpc>
                    <a:spcPct val="100000"/>
                  </a:lnSpc>
                  <a:spcBef>
                    <a:spcPct val="0"/>
                  </a:spcBef>
                  <a:buClrTx/>
                  <a:buSzTx/>
                  <a:buFontTx/>
                  <a:buNone/>
                </a:pPr>
                <a:endParaRPr lang="en-US" altLang="en-US"/>
              </a:p>
            </p:txBody>
          </p:sp>
          <p:sp>
            <p:nvSpPr>
              <p:cNvPr id="28780" name="Rectangle 108"/>
              <p:cNvSpPr>
                <a:spLocks noChangeArrowheads="1"/>
              </p:cNvSpPr>
              <p:nvPr/>
            </p:nvSpPr>
            <p:spPr bwMode="auto">
              <a:xfrm>
                <a:off x="2634" y="3168"/>
                <a:ext cx="842"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781" name="Group 109"/>
            <p:cNvGrpSpPr>
              <a:grpSpLocks/>
            </p:cNvGrpSpPr>
            <p:nvPr/>
          </p:nvGrpSpPr>
          <p:grpSpPr bwMode="auto">
            <a:xfrm>
              <a:off x="3476" y="3168"/>
              <a:ext cx="950" cy="384"/>
              <a:chOff x="3476" y="3168"/>
              <a:chExt cx="950" cy="384"/>
            </a:xfrm>
          </p:grpSpPr>
          <p:sp>
            <p:nvSpPr>
              <p:cNvPr id="28782" name="Rectangle 110"/>
              <p:cNvSpPr>
                <a:spLocks noChangeArrowheads="1"/>
              </p:cNvSpPr>
              <p:nvPr/>
            </p:nvSpPr>
            <p:spPr bwMode="auto">
              <a:xfrm>
                <a:off x="3519" y="3168"/>
                <a:ext cx="864"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900">
                    <a:solidFill>
                      <a:srgbClr val="000000"/>
                    </a:solidFill>
                  </a:rPr>
                  <a:t> </a:t>
                </a:r>
              </a:p>
              <a:p>
                <a:pPr algn="ctr" eaLnBrk="0" hangingPunct="0">
                  <a:lnSpc>
                    <a:spcPct val="100000"/>
                  </a:lnSpc>
                  <a:spcBef>
                    <a:spcPct val="0"/>
                  </a:spcBef>
                  <a:buClrTx/>
                  <a:buSzTx/>
                  <a:buFontTx/>
                  <a:buNone/>
                </a:pPr>
                <a:endParaRPr lang="en-US" altLang="en-US"/>
              </a:p>
            </p:txBody>
          </p:sp>
          <p:sp>
            <p:nvSpPr>
              <p:cNvPr id="28783" name="Rectangle 111"/>
              <p:cNvSpPr>
                <a:spLocks noChangeArrowheads="1"/>
              </p:cNvSpPr>
              <p:nvPr/>
            </p:nvSpPr>
            <p:spPr bwMode="auto">
              <a:xfrm>
                <a:off x="3476" y="3168"/>
                <a:ext cx="950"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784" name="Group 112"/>
            <p:cNvGrpSpPr>
              <a:grpSpLocks/>
            </p:cNvGrpSpPr>
            <p:nvPr/>
          </p:nvGrpSpPr>
          <p:grpSpPr bwMode="auto">
            <a:xfrm>
              <a:off x="0" y="3552"/>
              <a:ext cx="878" cy="480"/>
              <a:chOff x="0" y="3552"/>
              <a:chExt cx="878" cy="480"/>
            </a:xfrm>
          </p:grpSpPr>
          <p:sp>
            <p:nvSpPr>
              <p:cNvPr id="28785" name="Rectangle 113"/>
              <p:cNvSpPr>
                <a:spLocks noChangeArrowheads="1"/>
              </p:cNvSpPr>
              <p:nvPr/>
            </p:nvSpPr>
            <p:spPr bwMode="auto">
              <a:xfrm>
                <a:off x="43" y="3552"/>
                <a:ext cx="792"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900">
                    <a:solidFill>
                      <a:srgbClr val="000000"/>
                    </a:solidFill>
                  </a:rPr>
                  <a:t> </a:t>
                </a:r>
              </a:p>
              <a:p>
                <a:pPr algn="ctr" eaLnBrk="0" hangingPunct="0">
                  <a:lnSpc>
                    <a:spcPct val="100000"/>
                  </a:lnSpc>
                  <a:spcBef>
                    <a:spcPct val="0"/>
                  </a:spcBef>
                  <a:buClrTx/>
                  <a:buSzTx/>
                  <a:buFontTx/>
                  <a:buNone/>
                </a:pPr>
                <a:endParaRPr lang="en-US" altLang="en-US"/>
              </a:p>
            </p:txBody>
          </p:sp>
          <p:sp>
            <p:nvSpPr>
              <p:cNvPr id="28786" name="Rectangle 114"/>
              <p:cNvSpPr>
                <a:spLocks noChangeArrowheads="1"/>
              </p:cNvSpPr>
              <p:nvPr/>
            </p:nvSpPr>
            <p:spPr bwMode="auto">
              <a:xfrm>
                <a:off x="0" y="3552"/>
                <a:ext cx="878"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787" name="Group 115"/>
            <p:cNvGrpSpPr>
              <a:grpSpLocks/>
            </p:cNvGrpSpPr>
            <p:nvPr/>
          </p:nvGrpSpPr>
          <p:grpSpPr bwMode="auto">
            <a:xfrm>
              <a:off x="878" y="3552"/>
              <a:ext cx="878" cy="480"/>
              <a:chOff x="878" y="3552"/>
              <a:chExt cx="878" cy="480"/>
            </a:xfrm>
          </p:grpSpPr>
          <p:sp>
            <p:nvSpPr>
              <p:cNvPr id="28788" name="Rectangle 116"/>
              <p:cNvSpPr>
                <a:spLocks noChangeArrowheads="1"/>
              </p:cNvSpPr>
              <p:nvPr/>
            </p:nvSpPr>
            <p:spPr bwMode="auto">
              <a:xfrm>
                <a:off x="921" y="3552"/>
                <a:ext cx="792"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700">
                    <a:solidFill>
                      <a:srgbClr val="000000"/>
                    </a:solidFill>
                  </a:rPr>
                  <a:t>1</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8789" name="Rectangle 117"/>
              <p:cNvSpPr>
                <a:spLocks noChangeArrowheads="1"/>
              </p:cNvSpPr>
              <p:nvPr/>
            </p:nvSpPr>
            <p:spPr bwMode="auto">
              <a:xfrm>
                <a:off x="878" y="3552"/>
                <a:ext cx="878"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790" name="Group 118"/>
            <p:cNvGrpSpPr>
              <a:grpSpLocks/>
            </p:cNvGrpSpPr>
            <p:nvPr/>
          </p:nvGrpSpPr>
          <p:grpSpPr bwMode="auto">
            <a:xfrm>
              <a:off x="1756" y="3552"/>
              <a:ext cx="878" cy="480"/>
              <a:chOff x="1756" y="3552"/>
              <a:chExt cx="878" cy="480"/>
            </a:xfrm>
          </p:grpSpPr>
          <p:sp>
            <p:nvSpPr>
              <p:cNvPr id="28791" name="Rectangle 119"/>
              <p:cNvSpPr>
                <a:spLocks noChangeArrowheads="1"/>
              </p:cNvSpPr>
              <p:nvPr/>
            </p:nvSpPr>
            <p:spPr bwMode="auto">
              <a:xfrm>
                <a:off x="1799" y="3552"/>
                <a:ext cx="792"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700">
                    <a:solidFill>
                      <a:srgbClr val="000000"/>
                    </a:solidFill>
                  </a:rPr>
                  <a:t>$90</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8792" name="Rectangle 120"/>
              <p:cNvSpPr>
                <a:spLocks noChangeArrowheads="1"/>
              </p:cNvSpPr>
              <p:nvPr/>
            </p:nvSpPr>
            <p:spPr bwMode="auto">
              <a:xfrm>
                <a:off x="1756" y="3552"/>
                <a:ext cx="878"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793" name="Group 121"/>
            <p:cNvGrpSpPr>
              <a:grpSpLocks/>
            </p:cNvGrpSpPr>
            <p:nvPr/>
          </p:nvGrpSpPr>
          <p:grpSpPr bwMode="auto">
            <a:xfrm>
              <a:off x="2634" y="3552"/>
              <a:ext cx="842" cy="480"/>
              <a:chOff x="2634" y="3552"/>
              <a:chExt cx="842" cy="480"/>
            </a:xfrm>
          </p:grpSpPr>
          <p:sp>
            <p:nvSpPr>
              <p:cNvPr id="28794" name="Rectangle 122"/>
              <p:cNvSpPr>
                <a:spLocks noChangeArrowheads="1"/>
              </p:cNvSpPr>
              <p:nvPr/>
            </p:nvSpPr>
            <p:spPr bwMode="auto">
              <a:xfrm>
                <a:off x="2677" y="3552"/>
                <a:ext cx="756"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700">
                    <a:solidFill>
                      <a:srgbClr val="000000"/>
                    </a:solidFill>
                  </a:rPr>
                  <a:t>9</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8795" name="Rectangle 123"/>
              <p:cNvSpPr>
                <a:spLocks noChangeArrowheads="1"/>
              </p:cNvSpPr>
              <p:nvPr/>
            </p:nvSpPr>
            <p:spPr bwMode="auto">
              <a:xfrm>
                <a:off x="2634" y="3552"/>
                <a:ext cx="842"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796" name="Group 124"/>
            <p:cNvGrpSpPr>
              <a:grpSpLocks/>
            </p:cNvGrpSpPr>
            <p:nvPr/>
          </p:nvGrpSpPr>
          <p:grpSpPr bwMode="auto">
            <a:xfrm>
              <a:off x="3476" y="3552"/>
              <a:ext cx="950" cy="480"/>
              <a:chOff x="3476" y="3552"/>
              <a:chExt cx="950" cy="480"/>
            </a:xfrm>
          </p:grpSpPr>
          <p:sp>
            <p:nvSpPr>
              <p:cNvPr id="28797" name="Rectangle 125"/>
              <p:cNvSpPr>
                <a:spLocks noChangeArrowheads="1"/>
              </p:cNvSpPr>
              <p:nvPr/>
            </p:nvSpPr>
            <p:spPr bwMode="auto">
              <a:xfrm>
                <a:off x="3519" y="3552"/>
                <a:ext cx="864"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700">
                    <a:solidFill>
                      <a:srgbClr val="000000"/>
                    </a:solidFill>
                  </a:rPr>
                  <a:t>27</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8798" name="Rectangle 126"/>
              <p:cNvSpPr>
                <a:spLocks noChangeArrowheads="1"/>
              </p:cNvSpPr>
              <p:nvPr/>
            </p:nvSpPr>
            <p:spPr bwMode="auto">
              <a:xfrm>
                <a:off x="3476" y="3552"/>
                <a:ext cx="950"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799" name="Group 127"/>
            <p:cNvGrpSpPr>
              <a:grpSpLocks/>
            </p:cNvGrpSpPr>
            <p:nvPr/>
          </p:nvGrpSpPr>
          <p:grpSpPr bwMode="auto">
            <a:xfrm>
              <a:off x="0" y="4032"/>
              <a:ext cx="878" cy="480"/>
              <a:chOff x="0" y="4032"/>
              <a:chExt cx="878" cy="480"/>
            </a:xfrm>
          </p:grpSpPr>
          <p:sp>
            <p:nvSpPr>
              <p:cNvPr id="28800" name="Rectangle 128"/>
              <p:cNvSpPr>
                <a:spLocks noChangeArrowheads="1"/>
              </p:cNvSpPr>
              <p:nvPr/>
            </p:nvSpPr>
            <p:spPr bwMode="auto">
              <a:xfrm>
                <a:off x="43" y="4032"/>
                <a:ext cx="792"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400">
                    <a:solidFill>
                      <a:srgbClr val="000000"/>
                    </a:solidFill>
                  </a:rPr>
                  <a:t>MAGS</a:t>
                </a:r>
              </a:p>
              <a:p>
                <a:pPr algn="ctr" eaLnBrk="0" hangingPunct="0">
                  <a:lnSpc>
                    <a:spcPct val="100000"/>
                  </a:lnSpc>
                  <a:spcBef>
                    <a:spcPct val="0"/>
                  </a:spcBef>
                  <a:buClrTx/>
                  <a:buSzTx/>
                  <a:buFontTx/>
                  <a:buNone/>
                </a:pPr>
                <a:endParaRPr lang="en-US" altLang="en-US" sz="2000"/>
              </a:p>
            </p:txBody>
          </p:sp>
          <p:sp>
            <p:nvSpPr>
              <p:cNvPr id="28801" name="Rectangle 129"/>
              <p:cNvSpPr>
                <a:spLocks noChangeArrowheads="1"/>
              </p:cNvSpPr>
              <p:nvPr/>
            </p:nvSpPr>
            <p:spPr bwMode="auto">
              <a:xfrm>
                <a:off x="0" y="4032"/>
                <a:ext cx="878"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802" name="Group 130"/>
            <p:cNvGrpSpPr>
              <a:grpSpLocks/>
            </p:cNvGrpSpPr>
            <p:nvPr/>
          </p:nvGrpSpPr>
          <p:grpSpPr bwMode="auto">
            <a:xfrm>
              <a:off x="878" y="4032"/>
              <a:ext cx="878" cy="480"/>
              <a:chOff x="878" y="4032"/>
              <a:chExt cx="878" cy="480"/>
            </a:xfrm>
          </p:grpSpPr>
          <p:sp>
            <p:nvSpPr>
              <p:cNvPr id="28803" name="Rectangle 131"/>
              <p:cNvSpPr>
                <a:spLocks noChangeArrowheads="1"/>
              </p:cNvSpPr>
              <p:nvPr/>
            </p:nvSpPr>
            <p:spPr bwMode="auto">
              <a:xfrm>
                <a:off x="921" y="4032"/>
                <a:ext cx="792"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700">
                    <a:solidFill>
                      <a:srgbClr val="000000"/>
                    </a:solidFill>
                  </a:rPr>
                  <a:t>2</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8804" name="Rectangle 132"/>
              <p:cNvSpPr>
                <a:spLocks noChangeArrowheads="1"/>
              </p:cNvSpPr>
              <p:nvPr/>
            </p:nvSpPr>
            <p:spPr bwMode="auto">
              <a:xfrm>
                <a:off x="878" y="4032"/>
                <a:ext cx="878"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805" name="Group 133"/>
            <p:cNvGrpSpPr>
              <a:grpSpLocks/>
            </p:cNvGrpSpPr>
            <p:nvPr/>
          </p:nvGrpSpPr>
          <p:grpSpPr bwMode="auto">
            <a:xfrm>
              <a:off x="1756" y="4032"/>
              <a:ext cx="878" cy="480"/>
              <a:chOff x="1756" y="4032"/>
              <a:chExt cx="878" cy="480"/>
            </a:xfrm>
          </p:grpSpPr>
          <p:sp>
            <p:nvSpPr>
              <p:cNvPr id="28806" name="Rectangle 134"/>
              <p:cNvSpPr>
                <a:spLocks noChangeArrowheads="1"/>
              </p:cNvSpPr>
              <p:nvPr/>
            </p:nvSpPr>
            <p:spPr bwMode="auto">
              <a:xfrm>
                <a:off x="1799" y="4032"/>
                <a:ext cx="792"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700">
                    <a:solidFill>
                      <a:srgbClr val="000000"/>
                    </a:solidFill>
                  </a:rPr>
                  <a:t>$70</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8807" name="Rectangle 135"/>
              <p:cNvSpPr>
                <a:spLocks noChangeArrowheads="1"/>
              </p:cNvSpPr>
              <p:nvPr/>
            </p:nvSpPr>
            <p:spPr bwMode="auto">
              <a:xfrm>
                <a:off x="1756" y="4032"/>
                <a:ext cx="878"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808" name="Group 136"/>
            <p:cNvGrpSpPr>
              <a:grpSpLocks/>
            </p:cNvGrpSpPr>
            <p:nvPr/>
          </p:nvGrpSpPr>
          <p:grpSpPr bwMode="auto">
            <a:xfrm>
              <a:off x="2634" y="4032"/>
              <a:ext cx="842" cy="480"/>
              <a:chOff x="2634" y="4032"/>
              <a:chExt cx="842" cy="480"/>
            </a:xfrm>
          </p:grpSpPr>
          <p:sp>
            <p:nvSpPr>
              <p:cNvPr id="28809" name="Rectangle 137"/>
              <p:cNvSpPr>
                <a:spLocks noChangeArrowheads="1"/>
              </p:cNvSpPr>
              <p:nvPr/>
            </p:nvSpPr>
            <p:spPr bwMode="auto">
              <a:xfrm>
                <a:off x="2677" y="4032"/>
                <a:ext cx="756"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700">
                    <a:solidFill>
                      <a:srgbClr val="000000"/>
                    </a:solidFill>
                  </a:rPr>
                  <a:t>7</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8810" name="Rectangle 138"/>
              <p:cNvSpPr>
                <a:spLocks noChangeArrowheads="1"/>
              </p:cNvSpPr>
              <p:nvPr/>
            </p:nvSpPr>
            <p:spPr bwMode="auto">
              <a:xfrm>
                <a:off x="2634" y="4032"/>
                <a:ext cx="842"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811" name="Group 139"/>
            <p:cNvGrpSpPr>
              <a:grpSpLocks/>
            </p:cNvGrpSpPr>
            <p:nvPr/>
          </p:nvGrpSpPr>
          <p:grpSpPr bwMode="auto">
            <a:xfrm>
              <a:off x="3476" y="4032"/>
              <a:ext cx="950" cy="480"/>
              <a:chOff x="3476" y="4032"/>
              <a:chExt cx="950" cy="480"/>
            </a:xfrm>
          </p:grpSpPr>
          <p:sp>
            <p:nvSpPr>
              <p:cNvPr id="28812" name="Rectangle 140"/>
              <p:cNvSpPr>
                <a:spLocks noChangeArrowheads="1"/>
              </p:cNvSpPr>
              <p:nvPr/>
            </p:nvSpPr>
            <p:spPr bwMode="auto">
              <a:xfrm>
                <a:off x="3519" y="4032"/>
                <a:ext cx="864"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700">
                    <a:solidFill>
                      <a:srgbClr val="000000"/>
                    </a:solidFill>
                  </a:rPr>
                  <a:t>21</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8813" name="Rectangle 141"/>
              <p:cNvSpPr>
                <a:spLocks noChangeArrowheads="1"/>
              </p:cNvSpPr>
              <p:nvPr/>
            </p:nvSpPr>
            <p:spPr bwMode="auto">
              <a:xfrm>
                <a:off x="3476" y="4032"/>
                <a:ext cx="950"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814" name="Group 142"/>
            <p:cNvGrpSpPr>
              <a:grpSpLocks/>
            </p:cNvGrpSpPr>
            <p:nvPr/>
          </p:nvGrpSpPr>
          <p:grpSpPr bwMode="auto">
            <a:xfrm>
              <a:off x="0" y="4512"/>
              <a:ext cx="878" cy="480"/>
              <a:chOff x="0" y="4512"/>
              <a:chExt cx="878" cy="480"/>
            </a:xfrm>
          </p:grpSpPr>
          <p:sp>
            <p:nvSpPr>
              <p:cNvPr id="28815" name="Rectangle 143"/>
              <p:cNvSpPr>
                <a:spLocks noChangeArrowheads="1"/>
              </p:cNvSpPr>
              <p:nvPr/>
            </p:nvSpPr>
            <p:spPr bwMode="auto">
              <a:xfrm>
                <a:off x="43" y="4512"/>
                <a:ext cx="792"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900">
                    <a:solidFill>
                      <a:srgbClr val="000000"/>
                    </a:solidFill>
                  </a:rPr>
                  <a:t> </a:t>
                </a:r>
              </a:p>
              <a:p>
                <a:pPr algn="ctr" eaLnBrk="0" hangingPunct="0">
                  <a:lnSpc>
                    <a:spcPct val="100000"/>
                  </a:lnSpc>
                  <a:spcBef>
                    <a:spcPct val="0"/>
                  </a:spcBef>
                  <a:buClrTx/>
                  <a:buSzTx/>
                  <a:buFontTx/>
                  <a:buNone/>
                </a:pPr>
                <a:endParaRPr lang="en-US" altLang="en-US"/>
              </a:p>
            </p:txBody>
          </p:sp>
          <p:sp>
            <p:nvSpPr>
              <p:cNvPr id="28816" name="Rectangle 144"/>
              <p:cNvSpPr>
                <a:spLocks noChangeArrowheads="1"/>
              </p:cNvSpPr>
              <p:nvPr/>
            </p:nvSpPr>
            <p:spPr bwMode="auto">
              <a:xfrm>
                <a:off x="0" y="4512"/>
                <a:ext cx="878"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817" name="Group 145"/>
            <p:cNvGrpSpPr>
              <a:grpSpLocks/>
            </p:cNvGrpSpPr>
            <p:nvPr/>
          </p:nvGrpSpPr>
          <p:grpSpPr bwMode="auto">
            <a:xfrm>
              <a:off x="878" y="4512"/>
              <a:ext cx="878" cy="480"/>
              <a:chOff x="878" y="4512"/>
              <a:chExt cx="878" cy="480"/>
            </a:xfrm>
          </p:grpSpPr>
          <p:sp>
            <p:nvSpPr>
              <p:cNvPr id="28818" name="Rectangle 146"/>
              <p:cNvSpPr>
                <a:spLocks noChangeArrowheads="1"/>
              </p:cNvSpPr>
              <p:nvPr/>
            </p:nvSpPr>
            <p:spPr bwMode="auto">
              <a:xfrm>
                <a:off x="921" y="4512"/>
                <a:ext cx="792"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700">
                    <a:solidFill>
                      <a:srgbClr val="000000"/>
                    </a:solidFill>
                  </a:rPr>
                  <a:t>3</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8819" name="Rectangle 147"/>
              <p:cNvSpPr>
                <a:spLocks noChangeArrowheads="1"/>
              </p:cNvSpPr>
              <p:nvPr/>
            </p:nvSpPr>
            <p:spPr bwMode="auto">
              <a:xfrm>
                <a:off x="878" y="4512"/>
                <a:ext cx="878"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820" name="Group 148"/>
            <p:cNvGrpSpPr>
              <a:grpSpLocks/>
            </p:cNvGrpSpPr>
            <p:nvPr/>
          </p:nvGrpSpPr>
          <p:grpSpPr bwMode="auto">
            <a:xfrm>
              <a:off x="1756" y="4512"/>
              <a:ext cx="878" cy="480"/>
              <a:chOff x="1756" y="4512"/>
              <a:chExt cx="878" cy="480"/>
            </a:xfrm>
          </p:grpSpPr>
          <p:sp>
            <p:nvSpPr>
              <p:cNvPr id="28821" name="Rectangle 149"/>
              <p:cNvSpPr>
                <a:spLocks noChangeArrowheads="1"/>
              </p:cNvSpPr>
              <p:nvPr/>
            </p:nvSpPr>
            <p:spPr bwMode="auto">
              <a:xfrm>
                <a:off x="1799" y="4512"/>
                <a:ext cx="792"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500">
                    <a:solidFill>
                      <a:srgbClr val="000000"/>
                    </a:solidFill>
                  </a:rPr>
                  <a:t>$80</a:t>
                </a:r>
                <a:endParaRPr lang="en-US" altLang="en-US" sz="900">
                  <a:solidFill>
                    <a:srgbClr val="000000"/>
                  </a:solidFill>
                </a:endParaRPr>
              </a:p>
              <a:p>
                <a:pPr algn="ctr" eaLnBrk="0" hangingPunct="0">
                  <a:lnSpc>
                    <a:spcPct val="100000"/>
                  </a:lnSpc>
                  <a:spcBef>
                    <a:spcPct val="0"/>
                  </a:spcBef>
                  <a:buClrTx/>
                  <a:buSzTx/>
                  <a:buFontTx/>
                  <a:buNone/>
                </a:pPr>
                <a:endParaRPr lang="en-US" altLang="en-US"/>
              </a:p>
            </p:txBody>
          </p:sp>
          <p:sp>
            <p:nvSpPr>
              <p:cNvPr id="28822" name="Rectangle 150"/>
              <p:cNvSpPr>
                <a:spLocks noChangeArrowheads="1"/>
              </p:cNvSpPr>
              <p:nvPr/>
            </p:nvSpPr>
            <p:spPr bwMode="auto">
              <a:xfrm>
                <a:off x="1756" y="4512"/>
                <a:ext cx="878"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823" name="Group 151"/>
            <p:cNvGrpSpPr>
              <a:grpSpLocks/>
            </p:cNvGrpSpPr>
            <p:nvPr/>
          </p:nvGrpSpPr>
          <p:grpSpPr bwMode="auto">
            <a:xfrm>
              <a:off x="2634" y="4512"/>
              <a:ext cx="842" cy="480"/>
              <a:chOff x="2634" y="4512"/>
              <a:chExt cx="842" cy="480"/>
            </a:xfrm>
          </p:grpSpPr>
          <p:sp>
            <p:nvSpPr>
              <p:cNvPr id="28824" name="Rectangle 152"/>
              <p:cNvSpPr>
                <a:spLocks noChangeArrowheads="1"/>
              </p:cNvSpPr>
              <p:nvPr/>
            </p:nvSpPr>
            <p:spPr bwMode="auto">
              <a:xfrm>
                <a:off x="2677" y="4512"/>
                <a:ext cx="756"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700">
                    <a:solidFill>
                      <a:srgbClr val="000000"/>
                    </a:solidFill>
                  </a:rPr>
                  <a:t>8</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8825" name="Rectangle 153"/>
              <p:cNvSpPr>
                <a:spLocks noChangeArrowheads="1"/>
              </p:cNvSpPr>
              <p:nvPr/>
            </p:nvSpPr>
            <p:spPr bwMode="auto">
              <a:xfrm>
                <a:off x="2634" y="4512"/>
                <a:ext cx="842"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826" name="Group 154"/>
            <p:cNvGrpSpPr>
              <a:grpSpLocks/>
            </p:cNvGrpSpPr>
            <p:nvPr/>
          </p:nvGrpSpPr>
          <p:grpSpPr bwMode="auto">
            <a:xfrm>
              <a:off x="3476" y="4512"/>
              <a:ext cx="950" cy="480"/>
              <a:chOff x="3476" y="4512"/>
              <a:chExt cx="950" cy="480"/>
            </a:xfrm>
          </p:grpSpPr>
          <p:sp>
            <p:nvSpPr>
              <p:cNvPr id="28827" name="Rectangle 155"/>
              <p:cNvSpPr>
                <a:spLocks noChangeArrowheads="1"/>
              </p:cNvSpPr>
              <p:nvPr/>
            </p:nvSpPr>
            <p:spPr bwMode="auto">
              <a:xfrm>
                <a:off x="3519" y="4512"/>
                <a:ext cx="864"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700">
                    <a:solidFill>
                      <a:srgbClr val="000000"/>
                    </a:solidFill>
                  </a:rPr>
                  <a:t>24</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8828" name="Rectangle 156"/>
              <p:cNvSpPr>
                <a:spLocks noChangeArrowheads="1"/>
              </p:cNvSpPr>
              <p:nvPr/>
            </p:nvSpPr>
            <p:spPr bwMode="auto">
              <a:xfrm>
                <a:off x="3476" y="4512"/>
                <a:ext cx="950"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829" name="Group 157"/>
            <p:cNvGrpSpPr>
              <a:grpSpLocks/>
            </p:cNvGrpSpPr>
            <p:nvPr/>
          </p:nvGrpSpPr>
          <p:grpSpPr bwMode="auto">
            <a:xfrm>
              <a:off x="0" y="4992"/>
              <a:ext cx="878" cy="480"/>
              <a:chOff x="0" y="4992"/>
              <a:chExt cx="878" cy="480"/>
            </a:xfrm>
          </p:grpSpPr>
          <p:sp>
            <p:nvSpPr>
              <p:cNvPr id="28830" name="Rectangle 158"/>
              <p:cNvSpPr>
                <a:spLocks noChangeArrowheads="1"/>
              </p:cNvSpPr>
              <p:nvPr/>
            </p:nvSpPr>
            <p:spPr bwMode="auto">
              <a:xfrm>
                <a:off x="43" y="4992"/>
                <a:ext cx="792"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900">
                    <a:solidFill>
                      <a:srgbClr val="000000"/>
                    </a:solidFill>
                  </a:rPr>
                  <a:t> </a:t>
                </a:r>
              </a:p>
              <a:p>
                <a:pPr algn="ctr" eaLnBrk="0" hangingPunct="0">
                  <a:lnSpc>
                    <a:spcPct val="100000"/>
                  </a:lnSpc>
                  <a:spcBef>
                    <a:spcPct val="0"/>
                  </a:spcBef>
                  <a:buClrTx/>
                  <a:buSzTx/>
                  <a:buFontTx/>
                  <a:buNone/>
                </a:pPr>
                <a:endParaRPr lang="en-US" altLang="en-US"/>
              </a:p>
            </p:txBody>
          </p:sp>
          <p:sp>
            <p:nvSpPr>
              <p:cNvPr id="28831" name="Rectangle 159"/>
              <p:cNvSpPr>
                <a:spLocks noChangeArrowheads="1"/>
              </p:cNvSpPr>
              <p:nvPr/>
            </p:nvSpPr>
            <p:spPr bwMode="auto">
              <a:xfrm>
                <a:off x="0" y="4992"/>
                <a:ext cx="878"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832" name="Group 160"/>
            <p:cNvGrpSpPr>
              <a:grpSpLocks/>
            </p:cNvGrpSpPr>
            <p:nvPr/>
          </p:nvGrpSpPr>
          <p:grpSpPr bwMode="auto">
            <a:xfrm>
              <a:off x="878" y="4992"/>
              <a:ext cx="878" cy="480"/>
              <a:chOff x="878" y="4992"/>
              <a:chExt cx="878" cy="480"/>
            </a:xfrm>
          </p:grpSpPr>
          <p:sp>
            <p:nvSpPr>
              <p:cNvPr id="28833" name="Rectangle 161"/>
              <p:cNvSpPr>
                <a:spLocks noChangeArrowheads="1"/>
              </p:cNvSpPr>
              <p:nvPr/>
            </p:nvSpPr>
            <p:spPr bwMode="auto">
              <a:xfrm>
                <a:off x="921" y="4992"/>
                <a:ext cx="792"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700">
                    <a:solidFill>
                      <a:srgbClr val="000000"/>
                    </a:solidFill>
                  </a:rPr>
                  <a:t>4</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8834" name="Rectangle 162"/>
              <p:cNvSpPr>
                <a:spLocks noChangeArrowheads="1"/>
              </p:cNvSpPr>
              <p:nvPr/>
            </p:nvSpPr>
            <p:spPr bwMode="auto">
              <a:xfrm>
                <a:off x="878" y="4992"/>
                <a:ext cx="878"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835" name="Group 163"/>
            <p:cNvGrpSpPr>
              <a:grpSpLocks/>
            </p:cNvGrpSpPr>
            <p:nvPr/>
          </p:nvGrpSpPr>
          <p:grpSpPr bwMode="auto">
            <a:xfrm>
              <a:off x="1756" y="4992"/>
              <a:ext cx="878" cy="480"/>
              <a:chOff x="1756" y="4992"/>
              <a:chExt cx="878" cy="480"/>
            </a:xfrm>
          </p:grpSpPr>
          <p:sp>
            <p:nvSpPr>
              <p:cNvPr id="28836" name="Rectangle 164"/>
              <p:cNvSpPr>
                <a:spLocks noChangeArrowheads="1"/>
              </p:cNvSpPr>
              <p:nvPr/>
            </p:nvSpPr>
            <p:spPr bwMode="auto">
              <a:xfrm>
                <a:off x="1799" y="4992"/>
                <a:ext cx="792"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700">
                    <a:solidFill>
                      <a:srgbClr val="000000"/>
                    </a:solidFill>
                  </a:rPr>
                  <a:t>$40</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8837" name="Rectangle 165"/>
              <p:cNvSpPr>
                <a:spLocks noChangeArrowheads="1"/>
              </p:cNvSpPr>
              <p:nvPr/>
            </p:nvSpPr>
            <p:spPr bwMode="auto">
              <a:xfrm>
                <a:off x="1756" y="4992"/>
                <a:ext cx="878"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838" name="Group 166"/>
            <p:cNvGrpSpPr>
              <a:grpSpLocks/>
            </p:cNvGrpSpPr>
            <p:nvPr/>
          </p:nvGrpSpPr>
          <p:grpSpPr bwMode="auto">
            <a:xfrm>
              <a:off x="2634" y="4992"/>
              <a:ext cx="842" cy="480"/>
              <a:chOff x="2634" y="4992"/>
              <a:chExt cx="842" cy="480"/>
            </a:xfrm>
          </p:grpSpPr>
          <p:sp>
            <p:nvSpPr>
              <p:cNvPr id="28839" name="Rectangle 167"/>
              <p:cNvSpPr>
                <a:spLocks noChangeArrowheads="1"/>
              </p:cNvSpPr>
              <p:nvPr/>
            </p:nvSpPr>
            <p:spPr bwMode="auto">
              <a:xfrm>
                <a:off x="2677" y="4992"/>
                <a:ext cx="756"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700">
                    <a:solidFill>
                      <a:srgbClr val="000000"/>
                    </a:solidFill>
                  </a:rPr>
                  <a:t>4</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8840" name="Rectangle 168"/>
              <p:cNvSpPr>
                <a:spLocks noChangeArrowheads="1"/>
              </p:cNvSpPr>
              <p:nvPr/>
            </p:nvSpPr>
            <p:spPr bwMode="auto">
              <a:xfrm>
                <a:off x="2634" y="4992"/>
                <a:ext cx="842"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28841" name="Group 169"/>
            <p:cNvGrpSpPr>
              <a:grpSpLocks/>
            </p:cNvGrpSpPr>
            <p:nvPr/>
          </p:nvGrpSpPr>
          <p:grpSpPr bwMode="auto">
            <a:xfrm>
              <a:off x="3476" y="4992"/>
              <a:ext cx="950" cy="480"/>
              <a:chOff x="3476" y="4992"/>
              <a:chExt cx="950" cy="480"/>
            </a:xfrm>
          </p:grpSpPr>
          <p:sp>
            <p:nvSpPr>
              <p:cNvPr id="28842" name="Rectangle 170"/>
              <p:cNvSpPr>
                <a:spLocks noChangeArrowheads="1"/>
              </p:cNvSpPr>
              <p:nvPr/>
            </p:nvSpPr>
            <p:spPr bwMode="auto">
              <a:xfrm>
                <a:off x="3519" y="4992"/>
                <a:ext cx="864"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977" tIns="34989" rIns="69977" bIns="34989"/>
              <a:lstStyle/>
              <a:p>
                <a:pPr algn="ctr" eaLnBrk="0" hangingPunct="0">
                  <a:lnSpc>
                    <a:spcPct val="100000"/>
                  </a:lnSpc>
                  <a:spcBef>
                    <a:spcPct val="0"/>
                  </a:spcBef>
                  <a:buClrTx/>
                  <a:buSzTx/>
                  <a:buFontTx/>
                  <a:buNone/>
                </a:pPr>
                <a:r>
                  <a:rPr lang="en-US" altLang="en-US" sz="1700">
                    <a:solidFill>
                      <a:srgbClr val="000000"/>
                    </a:solidFill>
                  </a:rPr>
                  <a:t>12</a:t>
                </a:r>
                <a:endParaRPr lang="en-US" altLang="en-US" sz="1000">
                  <a:solidFill>
                    <a:srgbClr val="000000"/>
                  </a:solidFill>
                </a:endParaRPr>
              </a:p>
              <a:p>
                <a:pPr algn="ctr" eaLnBrk="0" hangingPunct="0">
                  <a:lnSpc>
                    <a:spcPct val="100000"/>
                  </a:lnSpc>
                  <a:spcBef>
                    <a:spcPct val="0"/>
                  </a:spcBef>
                  <a:buClrTx/>
                  <a:buSzTx/>
                  <a:buFontTx/>
                  <a:buNone/>
                </a:pPr>
                <a:endParaRPr lang="en-US" altLang="en-US" sz="2000"/>
              </a:p>
            </p:txBody>
          </p:sp>
          <p:sp>
            <p:nvSpPr>
              <p:cNvPr id="28843" name="Rectangle 171"/>
              <p:cNvSpPr>
                <a:spLocks noChangeArrowheads="1"/>
              </p:cNvSpPr>
              <p:nvPr/>
            </p:nvSpPr>
            <p:spPr bwMode="auto">
              <a:xfrm>
                <a:off x="3476" y="4992"/>
                <a:ext cx="950"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sp>
        <p:nvSpPr>
          <p:cNvPr id="28844" name="Rectangle 172"/>
          <p:cNvSpPr>
            <a:spLocks noChangeArrowheads="1"/>
          </p:cNvSpPr>
          <p:nvPr/>
        </p:nvSpPr>
        <p:spPr bwMode="auto">
          <a:xfrm>
            <a:off x="1137139" y="2268416"/>
            <a:ext cx="7315200" cy="40386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lvl1pPr marL="469900" indent="-469900">
              <a:spcBef>
                <a:spcPct val="0"/>
              </a:spcBef>
              <a:defRPr>
                <a:solidFill>
                  <a:schemeClr val="tx1"/>
                </a:solidFill>
                <a:latin typeface="Arial" panose="020B0604020202020204" pitchFamily="34" charset="0"/>
              </a:defRPr>
            </a:lvl1pPr>
            <a:lvl2pPr>
              <a:spcBef>
                <a:spcPct val="0"/>
              </a:spcBef>
              <a:defRPr>
                <a:solidFill>
                  <a:schemeClr val="tx1"/>
                </a:solidFill>
                <a:latin typeface="Arial" panose="020B0604020202020204" pitchFamily="34" charset="0"/>
              </a:defRPr>
            </a:lvl2pPr>
            <a:lvl3pPr>
              <a:spcBef>
                <a:spcPct val="0"/>
              </a:spcBef>
              <a:defRPr>
                <a:solidFill>
                  <a:schemeClr val="tx1"/>
                </a:solidFill>
                <a:latin typeface="Arial" panose="020B0604020202020204" pitchFamily="34" charset="0"/>
              </a:defRPr>
            </a:lvl3pPr>
            <a:lvl4pPr>
              <a:spcBef>
                <a:spcPct val="0"/>
              </a:spcBef>
              <a:defRPr>
                <a:solidFill>
                  <a:schemeClr val="tx1"/>
                </a:solidFill>
                <a:latin typeface="Arial" panose="020B0604020202020204" pitchFamily="34" charset="0"/>
              </a:defRPr>
            </a:lvl4pPr>
            <a:lvl5pPr>
              <a:spcBef>
                <a:spcPct val="0"/>
              </a:spcBef>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pPr>
            <a:endParaRPr lang="en-US" altLang="en-US" sz="2400">
              <a:solidFill>
                <a:srgbClr val="0F095D"/>
              </a:solidFill>
              <a:latin typeface="Times New Roman" panose="02020603050405020304" pitchFamily="18" charset="0"/>
            </a:endParaRPr>
          </a:p>
        </p:txBody>
      </p:sp>
    </p:spTree>
    <p:extLst>
      <p:ext uri="{BB962C8B-B14F-4D97-AF65-F5344CB8AC3E}">
        <p14:creationId xmlns:p14="http://schemas.microsoft.com/office/powerpoint/2010/main" val="62698341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24" name="Group 4"/>
          <p:cNvGrpSpPr>
            <a:grpSpLocks noChangeAspect="1"/>
          </p:cNvGrpSpPr>
          <p:nvPr/>
        </p:nvGrpSpPr>
        <p:grpSpPr bwMode="auto">
          <a:xfrm>
            <a:off x="1031630" y="1302626"/>
            <a:ext cx="7543800" cy="4106862"/>
            <a:chOff x="2355" y="2970"/>
            <a:chExt cx="9696" cy="5280"/>
          </a:xfrm>
        </p:grpSpPr>
        <p:sp>
          <p:nvSpPr>
            <p:cNvPr id="30725" name="AutoShape 5"/>
            <p:cNvSpPr>
              <a:spLocks noChangeAspect="1" noChangeArrowheads="1"/>
            </p:cNvSpPr>
            <p:nvPr/>
          </p:nvSpPr>
          <p:spPr bwMode="auto">
            <a:xfrm>
              <a:off x="2355" y="2970"/>
              <a:ext cx="9696" cy="528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30726" name="Group 6"/>
            <p:cNvGrpSpPr>
              <a:grpSpLocks/>
            </p:cNvGrpSpPr>
            <p:nvPr/>
          </p:nvGrpSpPr>
          <p:grpSpPr bwMode="auto">
            <a:xfrm>
              <a:off x="2364" y="2973"/>
              <a:ext cx="9678" cy="5274"/>
              <a:chOff x="0" y="0"/>
              <a:chExt cx="3440" cy="5417"/>
            </a:xfrm>
          </p:grpSpPr>
          <p:grpSp>
            <p:nvGrpSpPr>
              <p:cNvPr id="30727" name="Group 7"/>
              <p:cNvGrpSpPr>
                <a:grpSpLocks/>
              </p:cNvGrpSpPr>
              <p:nvPr/>
            </p:nvGrpSpPr>
            <p:grpSpPr bwMode="auto">
              <a:xfrm>
                <a:off x="0" y="0"/>
                <a:ext cx="734" cy="904"/>
                <a:chOff x="0" y="0"/>
                <a:chExt cx="734" cy="904"/>
              </a:xfrm>
            </p:grpSpPr>
            <p:sp>
              <p:nvSpPr>
                <p:cNvPr id="30728" name="Rectangle 8"/>
                <p:cNvSpPr>
                  <a:spLocks noChangeArrowheads="1"/>
                </p:cNvSpPr>
                <p:nvPr/>
              </p:nvSpPr>
              <p:spPr bwMode="auto">
                <a:xfrm>
                  <a:off x="43" y="0"/>
                  <a:ext cx="648" cy="90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600" b="1">
                      <a:solidFill>
                        <a:srgbClr val="000000"/>
                      </a:solidFill>
                    </a:rPr>
                    <a:t>Customer</a:t>
                  </a:r>
                  <a:endParaRPr lang="en-US" altLang="en-US" sz="1600">
                    <a:solidFill>
                      <a:srgbClr val="000000"/>
                    </a:solidFill>
                  </a:endParaRPr>
                </a:p>
                <a:p>
                  <a:pPr algn="ctr" eaLnBrk="0" hangingPunct="0">
                    <a:lnSpc>
                      <a:spcPct val="100000"/>
                    </a:lnSpc>
                    <a:spcBef>
                      <a:spcPct val="0"/>
                    </a:spcBef>
                    <a:buClrTx/>
                    <a:buSzTx/>
                    <a:buFontTx/>
                    <a:buNone/>
                  </a:pPr>
                  <a:endParaRPr lang="en-US" altLang="en-US" sz="2400"/>
                </a:p>
              </p:txBody>
            </p:sp>
            <p:sp>
              <p:nvSpPr>
                <p:cNvPr id="30729" name="Rectangle 9"/>
                <p:cNvSpPr>
                  <a:spLocks noChangeArrowheads="1"/>
                </p:cNvSpPr>
                <p:nvPr/>
              </p:nvSpPr>
              <p:spPr bwMode="auto">
                <a:xfrm>
                  <a:off x="0" y="0"/>
                  <a:ext cx="734" cy="90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730" name="Group 10"/>
              <p:cNvGrpSpPr>
                <a:grpSpLocks/>
              </p:cNvGrpSpPr>
              <p:nvPr/>
            </p:nvGrpSpPr>
            <p:grpSpPr bwMode="auto">
              <a:xfrm>
                <a:off x="734" y="0"/>
                <a:ext cx="734" cy="904"/>
                <a:chOff x="734" y="0"/>
                <a:chExt cx="734" cy="904"/>
              </a:xfrm>
            </p:grpSpPr>
            <p:sp>
              <p:nvSpPr>
                <p:cNvPr id="30731" name="Rectangle 11"/>
                <p:cNvSpPr>
                  <a:spLocks noChangeArrowheads="1"/>
                </p:cNvSpPr>
                <p:nvPr/>
              </p:nvSpPr>
              <p:spPr bwMode="auto">
                <a:xfrm>
                  <a:off x="777" y="0"/>
                  <a:ext cx="648" cy="90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600" b="1">
                      <a:solidFill>
                        <a:srgbClr val="000000"/>
                      </a:solidFill>
                    </a:rPr>
                    <a:t>Purchases (Number)</a:t>
                  </a:r>
                  <a:endParaRPr lang="en-US" altLang="en-US" sz="1600">
                    <a:solidFill>
                      <a:srgbClr val="000000"/>
                    </a:solidFill>
                  </a:endParaRPr>
                </a:p>
                <a:p>
                  <a:pPr algn="ctr" eaLnBrk="0" hangingPunct="0">
                    <a:lnSpc>
                      <a:spcPct val="100000"/>
                    </a:lnSpc>
                    <a:spcBef>
                      <a:spcPct val="0"/>
                    </a:spcBef>
                    <a:buClrTx/>
                    <a:buSzTx/>
                    <a:buFontTx/>
                    <a:buNone/>
                  </a:pPr>
                  <a:endParaRPr lang="en-US" altLang="en-US" sz="2400"/>
                </a:p>
              </p:txBody>
            </p:sp>
            <p:sp>
              <p:nvSpPr>
                <p:cNvPr id="30732" name="Rectangle 12"/>
                <p:cNvSpPr>
                  <a:spLocks noChangeArrowheads="1"/>
                </p:cNvSpPr>
                <p:nvPr/>
              </p:nvSpPr>
              <p:spPr bwMode="auto">
                <a:xfrm>
                  <a:off x="734" y="0"/>
                  <a:ext cx="734" cy="90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733" name="Group 13"/>
              <p:cNvGrpSpPr>
                <a:grpSpLocks/>
              </p:cNvGrpSpPr>
              <p:nvPr/>
            </p:nvGrpSpPr>
            <p:grpSpPr bwMode="auto">
              <a:xfrm>
                <a:off x="1468" y="0"/>
                <a:ext cx="1094" cy="904"/>
                <a:chOff x="1468" y="0"/>
                <a:chExt cx="1094" cy="904"/>
              </a:xfrm>
            </p:grpSpPr>
            <p:sp>
              <p:nvSpPr>
                <p:cNvPr id="30734" name="Rectangle 14"/>
                <p:cNvSpPr>
                  <a:spLocks noChangeArrowheads="1"/>
                </p:cNvSpPr>
                <p:nvPr/>
              </p:nvSpPr>
              <p:spPr bwMode="auto">
                <a:xfrm>
                  <a:off x="1511" y="0"/>
                  <a:ext cx="1008" cy="90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600" b="1">
                      <a:solidFill>
                        <a:srgbClr val="000000"/>
                      </a:solidFill>
                    </a:rPr>
                    <a:t>Total Weighted Points</a:t>
                  </a:r>
                  <a:endParaRPr lang="en-US" altLang="en-US" sz="1600">
                    <a:solidFill>
                      <a:srgbClr val="000000"/>
                    </a:solidFill>
                  </a:endParaRPr>
                </a:p>
                <a:p>
                  <a:pPr algn="ctr" eaLnBrk="0" hangingPunct="0">
                    <a:lnSpc>
                      <a:spcPct val="100000"/>
                    </a:lnSpc>
                    <a:spcBef>
                      <a:spcPct val="0"/>
                    </a:spcBef>
                    <a:buClrTx/>
                    <a:buSzTx/>
                    <a:buFontTx/>
                    <a:buNone/>
                  </a:pPr>
                  <a:endParaRPr lang="en-US" altLang="en-US" sz="2400"/>
                </a:p>
              </p:txBody>
            </p:sp>
            <p:sp>
              <p:nvSpPr>
                <p:cNvPr id="30735" name="Rectangle 15"/>
                <p:cNvSpPr>
                  <a:spLocks noChangeArrowheads="1"/>
                </p:cNvSpPr>
                <p:nvPr/>
              </p:nvSpPr>
              <p:spPr bwMode="auto">
                <a:xfrm>
                  <a:off x="1468" y="0"/>
                  <a:ext cx="1094" cy="90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736" name="Group 16"/>
              <p:cNvGrpSpPr>
                <a:grpSpLocks/>
              </p:cNvGrpSpPr>
              <p:nvPr/>
            </p:nvGrpSpPr>
            <p:grpSpPr bwMode="auto">
              <a:xfrm>
                <a:off x="2562" y="0"/>
                <a:ext cx="878" cy="904"/>
                <a:chOff x="2562" y="0"/>
                <a:chExt cx="878" cy="904"/>
              </a:xfrm>
            </p:grpSpPr>
            <p:sp>
              <p:nvSpPr>
                <p:cNvPr id="30737" name="Rectangle 17"/>
                <p:cNvSpPr>
                  <a:spLocks noChangeArrowheads="1"/>
                </p:cNvSpPr>
                <p:nvPr/>
              </p:nvSpPr>
              <p:spPr bwMode="auto">
                <a:xfrm>
                  <a:off x="2605" y="0"/>
                  <a:ext cx="792" cy="90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600" b="1">
                      <a:solidFill>
                        <a:srgbClr val="000000"/>
                      </a:solidFill>
                    </a:rPr>
                    <a:t>Cumulative Points</a:t>
                  </a:r>
                  <a:endParaRPr lang="en-US" altLang="en-US" sz="1600">
                    <a:solidFill>
                      <a:srgbClr val="000000"/>
                    </a:solidFill>
                  </a:endParaRPr>
                </a:p>
                <a:p>
                  <a:pPr algn="ctr" eaLnBrk="0" hangingPunct="0">
                    <a:lnSpc>
                      <a:spcPct val="100000"/>
                    </a:lnSpc>
                    <a:spcBef>
                      <a:spcPct val="0"/>
                    </a:spcBef>
                    <a:buClrTx/>
                    <a:buSzTx/>
                    <a:buFontTx/>
                    <a:buNone/>
                  </a:pPr>
                  <a:endParaRPr lang="en-US" altLang="en-US" sz="2400"/>
                </a:p>
              </p:txBody>
            </p:sp>
            <p:sp>
              <p:nvSpPr>
                <p:cNvPr id="30738" name="Rectangle 18"/>
                <p:cNvSpPr>
                  <a:spLocks noChangeArrowheads="1"/>
                </p:cNvSpPr>
                <p:nvPr/>
              </p:nvSpPr>
              <p:spPr bwMode="auto">
                <a:xfrm>
                  <a:off x="2562" y="0"/>
                  <a:ext cx="878" cy="90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739" name="Group 19"/>
              <p:cNvGrpSpPr>
                <a:grpSpLocks/>
              </p:cNvGrpSpPr>
              <p:nvPr/>
            </p:nvGrpSpPr>
            <p:grpSpPr bwMode="auto">
              <a:xfrm>
                <a:off x="0" y="904"/>
                <a:ext cx="734" cy="461"/>
                <a:chOff x="0" y="904"/>
                <a:chExt cx="734" cy="461"/>
              </a:xfrm>
            </p:grpSpPr>
            <p:sp>
              <p:nvSpPr>
                <p:cNvPr id="30740" name="Rectangle 20"/>
                <p:cNvSpPr>
                  <a:spLocks noChangeArrowheads="1"/>
                </p:cNvSpPr>
                <p:nvPr/>
              </p:nvSpPr>
              <p:spPr bwMode="auto">
                <a:xfrm>
                  <a:off x="43" y="904"/>
                  <a:ext cx="648"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200">
                      <a:solidFill>
                        <a:srgbClr val="000000"/>
                      </a:solidFill>
                    </a:rPr>
                    <a:t> </a:t>
                  </a:r>
                </a:p>
                <a:p>
                  <a:pPr algn="ctr" eaLnBrk="0" hangingPunct="0">
                    <a:lnSpc>
                      <a:spcPct val="100000"/>
                    </a:lnSpc>
                    <a:spcBef>
                      <a:spcPct val="0"/>
                    </a:spcBef>
                    <a:buClrTx/>
                    <a:buSzTx/>
                    <a:buFontTx/>
                    <a:buNone/>
                  </a:pPr>
                  <a:endParaRPr lang="en-US" altLang="en-US" sz="2400"/>
                </a:p>
              </p:txBody>
            </p:sp>
            <p:sp>
              <p:nvSpPr>
                <p:cNvPr id="30741" name="Rectangle 21"/>
                <p:cNvSpPr>
                  <a:spLocks noChangeArrowheads="1"/>
                </p:cNvSpPr>
                <p:nvPr/>
              </p:nvSpPr>
              <p:spPr bwMode="auto">
                <a:xfrm>
                  <a:off x="0" y="904"/>
                  <a:ext cx="73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742" name="Group 22"/>
              <p:cNvGrpSpPr>
                <a:grpSpLocks/>
              </p:cNvGrpSpPr>
              <p:nvPr/>
            </p:nvGrpSpPr>
            <p:grpSpPr bwMode="auto">
              <a:xfrm>
                <a:off x="734" y="904"/>
                <a:ext cx="734" cy="461"/>
                <a:chOff x="734" y="904"/>
                <a:chExt cx="734" cy="461"/>
              </a:xfrm>
            </p:grpSpPr>
            <p:sp>
              <p:nvSpPr>
                <p:cNvPr id="30743" name="Rectangle 23"/>
                <p:cNvSpPr>
                  <a:spLocks noChangeArrowheads="1"/>
                </p:cNvSpPr>
                <p:nvPr/>
              </p:nvSpPr>
              <p:spPr bwMode="auto">
                <a:xfrm>
                  <a:off x="777" y="904"/>
                  <a:ext cx="648"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1</a:t>
                  </a:r>
                  <a:endParaRPr lang="en-US" altLang="en-US" sz="1200">
                    <a:solidFill>
                      <a:srgbClr val="000000"/>
                    </a:solidFill>
                  </a:endParaRPr>
                </a:p>
                <a:p>
                  <a:pPr algn="ctr" eaLnBrk="0" hangingPunct="0">
                    <a:lnSpc>
                      <a:spcPct val="100000"/>
                    </a:lnSpc>
                    <a:spcBef>
                      <a:spcPct val="0"/>
                    </a:spcBef>
                    <a:buClrTx/>
                    <a:buSzTx/>
                    <a:buFontTx/>
                    <a:buNone/>
                  </a:pPr>
                  <a:endParaRPr lang="en-US" altLang="en-US" sz="2400"/>
                </a:p>
              </p:txBody>
            </p:sp>
            <p:sp>
              <p:nvSpPr>
                <p:cNvPr id="30744" name="Rectangle 24"/>
                <p:cNvSpPr>
                  <a:spLocks noChangeArrowheads="1"/>
                </p:cNvSpPr>
                <p:nvPr/>
              </p:nvSpPr>
              <p:spPr bwMode="auto">
                <a:xfrm>
                  <a:off x="734" y="904"/>
                  <a:ext cx="73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745" name="Group 25"/>
              <p:cNvGrpSpPr>
                <a:grpSpLocks/>
              </p:cNvGrpSpPr>
              <p:nvPr/>
            </p:nvGrpSpPr>
            <p:grpSpPr bwMode="auto">
              <a:xfrm>
                <a:off x="1468" y="904"/>
                <a:ext cx="1094" cy="461"/>
                <a:chOff x="1468" y="904"/>
                <a:chExt cx="1094" cy="461"/>
              </a:xfrm>
            </p:grpSpPr>
            <p:sp>
              <p:nvSpPr>
                <p:cNvPr id="30746" name="Rectangle 26"/>
                <p:cNvSpPr>
                  <a:spLocks noChangeArrowheads="1"/>
                </p:cNvSpPr>
                <p:nvPr/>
              </p:nvSpPr>
              <p:spPr bwMode="auto">
                <a:xfrm>
                  <a:off x="1511" y="904"/>
                  <a:ext cx="1008"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118</a:t>
                  </a:r>
                  <a:endParaRPr lang="en-US" altLang="en-US" sz="1200">
                    <a:solidFill>
                      <a:srgbClr val="000000"/>
                    </a:solidFill>
                  </a:endParaRPr>
                </a:p>
                <a:p>
                  <a:pPr algn="ctr" eaLnBrk="0" hangingPunct="0">
                    <a:lnSpc>
                      <a:spcPct val="100000"/>
                    </a:lnSpc>
                    <a:spcBef>
                      <a:spcPct val="0"/>
                    </a:spcBef>
                    <a:buClrTx/>
                    <a:buSzTx/>
                    <a:buFontTx/>
                    <a:buNone/>
                  </a:pPr>
                  <a:endParaRPr lang="en-US" altLang="en-US" sz="2400"/>
                </a:p>
              </p:txBody>
            </p:sp>
            <p:sp>
              <p:nvSpPr>
                <p:cNvPr id="30747" name="Rectangle 27"/>
                <p:cNvSpPr>
                  <a:spLocks noChangeArrowheads="1"/>
                </p:cNvSpPr>
                <p:nvPr/>
              </p:nvSpPr>
              <p:spPr bwMode="auto">
                <a:xfrm>
                  <a:off x="1468" y="904"/>
                  <a:ext cx="109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748" name="Group 28"/>
              <p:cNvGrpSpPr>
                <a:grpSpLocks/>
              </p:cNvGrpSpPr>
              <p:nvPr/>
            </p:nvGrpSpPr>
            <p:grpSpPr bwMode="auto">
              <a:xfrm>
                <a:off x="2562" y="904"/>
                <a:ext cx="878" cy="461"/>
                <a:chOff x="2562" y="904"/>
                <a:chExt cx="878" cy="461"/>
              </a:xfrm>
            </p:grpSpPr>
            <p:sp>
              <p:nvSpPr>
                <p:cNvPr id="30749" name="Rectangle 29"/>
                <p:cNvSpPr>
                  <a:spLocks noChangeArrowheads="1"/>
                </p:cNvSpPr>
                <p:nvPr/>
              </p:nvSpPr>
              <p:spPr bwMode="auto">
                <a:xfrm>
                  <a:off x="2605" y="904"/>
                  <a:ext cx="792"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118</a:t>
                  </a:r>
                  <a:endParaRPr lang="en-US" altLang="en-US" sz="1200">
                    <a:solidFill>
                      <a:srgbClr val="000000"/>
                    </a:solidFill>
                  </a:endParaRPr>
                </a:p>
                <a:p>
                  <a:pPr algn="ctr" eaLnBrk="0" hangingPunct="0">
                    <a:lnSpc>
                      <a:spcPct val="100000"/>
                    </a:lnSpc>
                    <a:spcBef>
                      <a:spcPct val="0"/>
                    </a:spcBef>
                    <a:buClrTx/>
                    <a:buSzTx/>
                    <a:buFontTx/>
                    <a:buNone/>
                  </a:pPr>
                  <a:endParaRPr lang="en-US" altLang="en-US" sz="2400"/>
                </a:p>
              </p:txBody>
            </p:sp>
            <p:sp>
              <p:nvSpPr>
                <p:cNvPr id="30750" name="Rectangle 30"/>
                <p:cNvSpPr>
                  <a:spLocks noChangeArrowheads="1"/>
                </p:cNvSpPr>
                <p:nvPr/>
              </p:nvSpPr>
              <p:spPr bwMode="auto">
                <a:xfrm>
                  <a:off x="2562" y="904"/>
                  <a:ext cx="878"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751" name="Group 31"/>
              <p:cNvGrpSpPr>
                <a:grpSpLocks/>
              </p:cNvGrpSpPr>
              <p:nvPr/>
            </p:nvGrpSpPr>
            <p:grpSpPr bwMode="auto">
              <a:xfrm>
                <a:off x="0" y="1365"/>
                <a:ext cx="734" cy="480"/>
                <a:chOff x="0" y="1365"/>
                <a:chExt cx="734" cy="480"/>
              </a:xfrm>
            </p:grpSpPr>
            <p:sp>
              <p:nvSpPr>
                <p:cNvPr id="30752" name="Rectangle 32"/>
                <p:cNvSpPr>
                  <a:spLocks noChangeArrowheads="1"/>
                </p:cNvSpPr>
                <p:nvPr/>
              </p:nvSpPr>
              <p:spPr bwMode="auto">
                <a:xfrm>
                  <a:off x="43" y="1365"/>
                  <a:ext cx="648"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0" tIns="0" rIns="0" bIns="0"/>
                <a:lstStyle/>
                <a:p>
                  <a:pPr algn="ctr" eaLnBrk="0" hangingPunct="0">
                    <a:lnSpc>
                      <a:spcPct val="100000"/>
                    </a:lnSpc>
                    <a:spcBef>
                      <a:spcPct val="0"/>
                    </a:spcBef>
                    <a:buClrTx/>
                    <a:buSzTx/>
                    <a:buFontTx/>
                    <a:buNone/>
                  </a:pPr>
                  <a:r>
                    <a:rPr lang="en-US" altLang="en-US" sz="1600">
                      <a:solidFill>
                        <a:srgbClr val="000000"/>
                      </a:solidFill>
                    </a:rPr>
                    <a:t>  JOHN</a:t>
                  </a:r>
                </a:p>
                <a:p>
                  <a:pPr algn="ctr" eaLnBrk="0" hangingPunct="0">
                    <a:lnSpc>
                      <a:spcPct val="100000"/>
                    </a:lnSpc>
                    <a:spcBef>
                      <a:spcPct val="0"/>
                    </a:spcBef>
                    <a:buClrTx/>
                    <a:buSzTx/>
                    <a:buFontTx/>
                    <a:buNone/>
                  </a:pPr>
                  <a:endParaRPr lang="en-US" altLang="en-US" sz="2400"/>
                </a:p>
              </p:txBody>
            </p:sp>
            <p:sp>
              <p:nvSpPr>
                <p:cNvPr id="30753" name="Rectangle 33"/>
                <p:cNvSpPr>
                  <a:spLocks noChangeArrowheads="1"/>
                </p:cNvSpPr>
                <p:nvPr/>
              </p:nvSpPr>
              <p:spPr bwMode="auto">
                <a:xfrm>
                  <a:off x="0" y="1365"/>
                  <a:ext cx="734"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754" name="Group 34"/>
              <p:cNvGrpSpPr>
                <a:grpSpLocks/>
              </p:cNvGrpSpPr>
              <p:nvPr/>
            </p:nvGrpSpPr>
            <p:grpSpPr bwMode="auto">
              <a:xfrm>
                <a:off x="734" y="1365"/>
                <a:ext cx="734" cy="480"/>
                <a:chOff x="734" y="1365"/>
                <a:chExt cx="734" cy="480"/>
              </a:xfrm>
            </p:grpSpPr>
            <p:sp>
              <p:nvSpPr>
                <p:cNvPr id="30755" name="Rectangle 35"/>
                <p:cNvSpPr>
                  <a:spLocks noChangeArrowheads="1"/>
                </p:cNvSpPr>
                <p:nvPr/>
              </p:nvSpPr>
              <p:spPr bwMode="auto">
                <a:xfrm>
                  <a:off x="777" y="1365"/>
                  <a:ext cx="648"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2</a:t>
                  </a:r>
                  <a:endParaRPr lang="en-US" altLang="en-US" sz="1200">
                    <a:solidFill>
                      <a:srgbClr val="000000"/>
                    </a:solidFill>
                  </a:endParaRPr>
                </a:p>
                <a:p>
                  <a:pPr algn="ctr" eaLnBrk="0" hangingPunct="0">
                    <a:lnSpc>
                      <a:spcPct val="100000"/>
                    </a:lnSpc>
                    <a:spcBef>
                      <a:spcPct val="0"/>
                    </a:spcBef>
                    <a:buClrTx/>
                    <a:buSzTx/>
                    <a:buFontTx/>
                    <a:buNone/>
                  </a:pPr>
                  <a:endParaRPr lang="en-US" altLang="en-US" sz="2400"/>
                </a:p>
              </p:txBody>
            </p:sp>
            <p:sp>
              <p:nvSpPr>
                <p:cNvPr id="30756" name="Rectangle 36"/>
                <p:cNvSpPr>
                  <a:spLocks noChangeArrowheads="1"/>
                </p:cNvSpPr>
                <p:nvPr/>
              </p:nvSpPr>
              <p:spPr bwMode="auto">
                <a:xfrm>
                  <a:off x="734" y="1365"/>
                  <a:ext cx="734"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757" name="Group 37"/>
              <p:cNvGrpSpPr>
                <a:grpSpLocks/>
              </p:cNvGrpSpPr>
              <p:nvPr/>
            </p:nvGrpSpPr>
            <p:grpSpPr bwMode="auto">
              <a:xfrm>
                <a:off x="1468" y="1365"/>
                <a:ext cx="1094" cy="480"/>
                <a:chOff x="1468" y="1365"/>
                <a:chExt cx="1094" cy="480"/>
              </a:xfrm>
            </p:grpSpPr>
            <p:sp>
              <p:nvSpPr>
                <p:cNvPr id="30758" name="Rectangle 38"/>
                <p:cNvSpPr>
                  <a:spLocks noChangeArrowheads="1"/>
                </p:cNvSpPr>
                <p:nvPr/>
              </p:nvSpPr>
              <p:spPr bwMode="auto">
                <a:xfrm>
                  <a:off x="1511" y="1365"/>
                  <a:ext cx="1008"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92</a:t>
                  </a:r>
                  <a:endParaRPr lang="en-US" altLang="en-US" sz="1200">
                    <a:solidFill>
                      <a:srgbClr val="000000"/>
                    </a:solidFill>
                  </a:endParaRPr>
                </a:p>
                <a:p>
                  <a:pPr algn="ctr" eaLnBrk="0" hangingPunct="0">
                    <a:lnSpc>
                      <a:spcPct val="100000"/>
                    </a:lnSpc>
                    <a:spcBef>
                      <a:spcPct val="0"/>
                    </a:spcBef>
                    <a:buClrTx/>
                    <a:buSzTx/>
                    <a:buFontTx/>
                    <a:buNone/>
                  </a:pPr>
                  <a:endParaRPr lang="en-US" altLang="en-US" sz="2400"/>
                </a:p>
              </p:txBody>
            </p:sp>
            <p:sp>
              <p:nvSpPr>
                <p:cNvPr id="30759" name="Rectangle 39"/>
                <p:cNvSpPr>
                  <a:spLocks noChangeArrowheads="1"/>
                </p:cNvSpPr>
                <p:nvPr/>
              </p:nvSpPr>
              <p:spPr bwMode="auto">
                <a:xfrm>
                  <a:off x="1468" y="1365"/>
                  <a:ext cx="1094"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760" name="Group 40"/>
              <p:cNvGrpSpPr>
                <a:grpSpLocks/>
              </p:cNvGrpSpPr>
              <p:nvPr/>
            </p:nvGrpSpPr>
            <p:grpSpPr bwMode="auto">
              <a:xfrm>
                <a:off x="2562" y="1365"/>
                <a:ext cx="878" cy="480"/>
                <a:chOff x="2562" y="1365"/>
                <a:chExt cx="878" cy="480"/>
              </a:xfrm>
            </p:grpSpPr>
            <p:sp>
              <p:nvSpPr>
                <p:cNvPr id="30761" name="Rectangle 41"/>
                <p:cNvSpPr>
                  <a:spLocks noChangeArrowheads="1"/>
                </p:cNvSpPr>
                <p:nvPr/>
              </p:nvSpPr>
              <p:spPr bwMode="auto">
                <a:xfrm>
                  <a:off x="2605" y="1365"/>
                  <a:ext cx="792"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210</a:t>
                  </a:r>
                  <a:endParaRPr lang="en-US" altLang="en-US" sz="1200">
                    <a:solidFill>
                      <a:srgbClr val="000000"/>
                    </a:solidFill>
                  </a:endParaRPr>
                </a:p>
                <a:p>
                  <a:pPr algn="ctr" eaLnBrk="0" hangingPunct="0">
                    <a:lnSpc>
                      <a:spcPct val="100000"/>
                    </a:lnSpc>
                    <a:spcBef>
                      <a:spcPct val="0"/>
                    </a:spcBef>
                    <a:buClrTx/>
                    <a:buSzTx/>
                    <a:buFontTx/>
                    <a:buNone/>
                  </a:pPr>
                  <a:endParaRPr lang="en-US" altLang="en-US" sz="2400"/>
                </a:p>
              </p:txBody>
            </p:sp>
            <p:sp>
              <p:nvSpPr>
                <p:cNvPr id="30762" name="Rectangle 42"/>
                <p:cNvSpPr>
                  <a:spLocks noChangeArrowheads="1"/>
                </p:cNvSpPr>
                <p:nvPr/>
              </p:nvSpPr>
              <p:spPr bwMode="auto">
                <a:xfrm>
                  <a:off x="2562" y="1365"/>
                  <a:ext cx="878" cy="4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763" name="Group 43"/>
              <p:cNvGrpSpPr>
                <a:grpSpLocks/>
              </p:cNvGrpSpPr>
              <p:nvPr/>
            </p:nvGrpSpPr>
            <p:grpSpPr bwMode="auto">
              <a:xfrm>
                <a:off x="0" y="1845"/>
                <a:ext cx="734" cy="461"/>
                <a:chOff x="0" y="1845"/>
                <a:chExt cx="734" cy="461"/>
              </a:xfrm>
            </p:grpSpPr>
            <p:sp>
              <p:nvSpPr>
                <p:cNvPr id="30764" name="Rectangle 44"/>
                <p:cNvSpPr>
                  <a:spLocks noChangeArrowheads="1"/>
                </p:cNvSpPr>
                <p:nvPr/>
              </p:nvSpPr>
              <p:spPr bwMode="auto">
                <a:xfrm>
                  <a:off x="43" y="1845"/>
                  <a:ext cx="648"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200">
                      <a:solidFill>
                        <a:srgbClr val="000000"/>
                      </a:solidFill>
                    </a:rPr>
                    <a:t> </a:t>
                  </a:r>
                </a:p>
                <a:p>
                  <a:pPr algn="ctr" eaLnBrk="0" hangingPunct="0">
                    <a:lnSpc>
                      <a:spcPct val="100000"/>
                    </a:lnSpc>
                    <a:spcBef>
                      <a:spcPct val="0"/>
                    </a:spcBef>
                    <a:buClrTx/>
                    <a:buSzTx/>
                    <a:buFontTx/>
                    <a:buNone/>
                  </a:pPr>
                  <a:endParaRPr lang="en-US" altLang="en-US" sz="2400"/>
                </a:p>
              </p:txBody>
            </p:sp>
            <p:sp>
              <p:nvSpPr>
                <p:cNvPr id="30765" name="Rectangle 45"/>
                <p:cNvSpPr>
                  <a:spLocks noChangeArrowheads="1"/>
                </p:cNvSpPr>
                <p:nvPr/>
              </p:nvSpPr>
              <p:spPr bwMode="auto">
                <a:xfrm>
                  <a:off x="0" y="1845"/>
                  <a:ext cx="73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766" name="Group 46"/>
              <p:cNvGrpSpPr>
                <a:grpSpLocks/>
              </p:cNvGrpSpPr>
              <p:nvPr/>
            </p:nvGrpSpPr>
            <p:grpSpPr bwMode="auto">
              <a:xfrm>
                <a:off x="734" y="1845"/>
                <a:ext cx="734" cy="461"/>
                <a:chOff x="734" y="1845"/>
                <a:chExt cx="734" cy="461"/>
              </a:xfrm>
            </p:grpSpPr>
            <p:sp>
              <p:nvSpPr>
                <p:cNvPr id="30767" name="Rectangle 47"/>
                <p:cNvSpPr>
                  <a:spLocks noChangeArrowheads="1"/>
                </p:cNvSpPr>
                <p:nvPr/>
              </p:nvSpPr>
              <p:spPr bwMode="auto">
                <a:xfrm>
                  <a:off x="777" y="1845"/>
                  <a:ext cx="648"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3</a:t>
                  </a:r>
                  <a:endParaRPr lang="en-US" altLang="en-US" sz="1200">
                    <a:solidFill>
                      <a:srgbClr val="000000"/>
                    </a:solidFill>
                  </a:endParaRPr>
                </a:p>
                <a:p>
                  <a:pPr algn="ctr" eaLnBrk="0" hangingPunct="0">
                    <a:lnSpc>
                      <a:spcPct val="100000"/>
                    </a:lnSpc>
                    <a:spcBef>
                      <a:spcPct val="0"/>
                    </a:spcBef>
                    <a:buClrTx/>
                    <a:buSzTx/>
                    <a:buFontTx/>
                    <a:buNone/>
                  </a:pPr>
                  <a:endParaRPr lang="en-US" altLang="en-US" sz="2400"/>
                </a:p>
              </p:txBody>
            </p:sp>
            <p:sp>
              <p:nvSpPr>
                <p:cNvPr id="30768" name="Rectangle 48"/>
                <p:cNvSpPr>
                  <a:spLocks noChangeArrowheads="1"/>
                </p:cNvSpPr>
                <p:nvPr/>
              </p:nvSpPr>
              <p:spPr bwMode="auto">
                <a:xfrm>
                  <a:off x="734" y="1845"/>
                  <a:ext cx="73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769" name="Group 49"/>
              <p:cNvGrpSpPr>
                <a:grpSpLocks/>
              </p:cNvGrpSpPr>
              <p:nvPr/>
            </p:nvGrpSpPr>
            <p:grpSpPr bwMode="auto">
              <a:xfrm>
                <a:off x="1468" y="1845"/>
                <a:ext cx="1094" cy="461"/>
                <a:chOff x="1468" y="1845"/>
                <a:chExt cx="1094" cy="461"/>
              </a:xfrm>
            </p:grpSpPr>
            <p:sp>
              <p:nvSpPr>
                <p:cNvPr id="30770" name="Rectangle 50"/>
                <p:cNvSpPr>
                  <a:spLocks noChangeArrowheads="1"/>
                </p:cNvSpPr>
                <p:nvPr/>
              </p:nvSpPr>
              <p:spPr bwMode="auto">
                <a:xfrm>
                  <a:off x="1511" y="1845"/>
                  <a:ext cx="1008"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39</a:t>
                  </a:r>
                  <a:endParaRPr lang="en-US" altLang="en-US" sz="1200">
                    <a:solidFill>
                      <a:srgbClr val="000000"/>
                    </a:solidFill>
                  </a:endParaRPr>
                </a:p>
                <a:p>
                  <a:pPr algn="ctr" eaLnBrk="0" hangingPunct="0">
                    <a:lnSpc>
                      <a:spcPct val="100000"/>
                    </a:lnSpc>
                    <a:spcBef>
                      <a:spcPct val="0"/>
                    </a:spcBef>
                    <a:buClrTx/>
                    <a:buSzTx/>
                    <a:buFontTx/>
                    <a:buNone/>
                  </a:pPr>
                  <a:endParaRPr lang="en-US" altLang="en-US" sz="2400"/>
                </a:p>
              </p:txBody>
            </p:sp>
            <p:sp>
              <p:nvSpPr>
                <p:cNvPr id="30771" name="Rectangle 51"/>
                <p:cNvSpPr>
                  <a:spLocks noChangeArrowheads="1"/>
                </p:cNvSpPr>
                <p:nvPr/>
              </p:nvSpPr>
              <p:spPr bwMode="auto">
                <a:xfrm>
                  <a:off x="1468" y="1845"/>
                  <a:ext cx="109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772" name="Group 52"/>
              <p:cNvGrpSpPr>
                <a:grpSpLocks/>
              </p:cNvGrpSpPr>
              <p:nvPr/>
            </p:nvGrpSpPr>
            <p:grpSpPr bwMode="auto">
              <a:xfrm>
                <a:off x="2562" y="1845"/>
                <a:ext cx="878" cy="461"/>
                <a:chOff x="2562" y="1845"/>
                <a:chExt cx="878" cy="461"/>
              </a:xfrm>
            </p:grpSpPr>
            <p:sp>
              <p:nvSpPr>
                <p:cNvPr id="30773" name="Rectangle 53"/>
                <p:cNvSpPr>
                  <a:spLocks noChangeArrowheads="1"/>
                </p:cNvSpPr>
                <p:nvPr/>
              </p:nvSpPr>
              <p:spPr bwMode="auto">
                <a:xfrm>
                  <a:off x="2605" y="1845"/>
                  <a:ext cx="792"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249</a:t>
                  </a:r>
                  <a:endParaRPr lang="en-US" altLang="en-US" sz="1200">
                    <a:solidFill>
                      <a:srgbClr val="000000"/>
                    </a:solidFill>
                  </a:endParaRPr>
                </a:p>
                <a:p>
                  <a:pPr algn="ctr" eaLnBrk="0" hangingPunct="0">
                    <a:lnSpc>
                      <a:spcPct val="100000"/>
                    </a:lnSpc>
                    <a:spcBef>
                      <a:spcPct val="0"/>
                    </a:spcBef>
                    <a:buClrTx/>
                    <a:buSzTx/>
                    <a:buFontTx/>
                    <a:buNone/>
                  </a:pPr>
                  <a:endParaRPr lang="en-US" altLang="en-US" sz="2400"/>
                </a:p>
              </p:txBody>
            </p:sp>
            <p:sp>
              <p:nvSpPr>
                <p:cNvPr id="30774" name="Rectangle 54"/>
                <p:cNvSpPr>
                  <a:spLocks noChangeArrowheads="1"/>
                </p:cNvSpPr>
                <p:nvPr/>
              </p:nvSpPr>
              <p:spPr bwMode="auto">
                <a:xfrm>
                  <a:off x="2562" y="1845"/>
                  <a:ext cx="878"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775" name="Group 55"/>
              <p:cNvGrpSpPr>
                <a:grpSpLocks/>
              </p:cNvGrpSpPr>
              <p:nvPr/>
            </p:nvGrpSpPr>
            <p:grpSpPr bwMode="auto">
              <a:xfrm>
                <a:off x="0" y="2306"/>
                <a:ext cx="734" cy="403"/>
                <a:chOff x="0" y="2306"/>
                <a:chExt cx="734" cy="403"/>
              </a:xfrm>
            </p:grpSpPr>
            <p:sp>
              <p:nvSpPr>
                <p:cNvPr id="30776" name="Rectangle 56"/>
                <p:cNvSpPr>
                  <a:spLocks noChangeArrowheads="1"/>
                </p:cNvSpPr>
                <p:nvPr/>
              </p:nvSpPr>
              <p:spPr bwMode="auto">
                <a:xfrm>
                  <a:off x="43" y="2306"/>
                  <a:ext cx="648" cy="403"/>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200">
                      <a:solidFill>
                        <a:srgbClr val="000000"/>
                      </a:solidFill>
                    </a:rPr>
                    <a:t> </a:t>
                  </a:r>
                </a:p>
                <a:p>
                  <a:pPr algn="ctr" eaLnBrk="0" hangingPunct="0">
                    <a:lnSpc>
                      <a:spcPct val="100000"/>
                    </a:lnSpc>
                    <a:spcBef>
                      <a:spcPct val="0"/>
                    </a:spcBef>
                    <a:buClrTx/>
                    <a:buSzTx/>
                    <a:buFontTx/>
                    <a:buNone/>
                  </a:pPr>
                  <a:endParaRPr lang="en-US" altLang="en-US" sz="2400"/>
                </a:p>
              </p:txBody>
            </p:sp>
            <p:sp>
              <p:nvSpPr>
                <p:cNvPr id="30777" name="Rectangle 57"/>
                <p:cNvSpPr>
                  <a:spLocks noChangeArrowheads="1"/>
                </p:cNvSpPr>
                <p:nvPr/>
              </p:nvSpPr>
              <p:spPr bwMode="auto">
                <a:xfrm>
                  <a:off x="0" y="2306"/>
                  <a:ext cx="734" cy="403"/>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778" name="Group 58"/>
              <p:cNvGrpSpPr>
                <a:grpSpLocks/>
              </p:cNvGrpSpPr>
              <p:nvPr/>
            </p:nvGrpSpPr>
            <p:grpSpPr bwMode="auto">
              <a:xfrm>
                <a:off x="734" y="2306"/>
                <a:ext cx="734" cy="403"/>
                <a:chOff x="734" y="2306"/>
                <a:chExt cx="734" cy="403"/>
              </a:xfrm>
            </p:grpSpPr>
            <p:sp>
              <p:nvSpPr>
                <p:cNvPr id="30779" name="Rectangle 59"/>
                <p:cNvSpPr>
                  <a:spLocks noChangeArrowheads="1"/>
                </p:cNvSpPr>
                <p:nvPr/>
              </p:nvSpPr>
              <p:spPr bwMode="auto">
                <a:xfrm>
                  <a:off x="777" y="2306"/>
                  <a:ext cx="648" cy="403"/>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200">
                      <a:solidFill>
                        <a:srgbClr val="000000"/>
                      </a:solidFill>
                    </a:rPr>
                    <a:t> </a:t>
                  </a:r>
                </a:p>
                <a:p>
                  <a:pPr algn="ctr" eaLnBrk="0" hangingPunct="0">
                    <a:lnSpc>
                      <a:spcPct val="100000"/>
                    </a:lnSpc>
                    <a:spcBef>
                      <a:spcPct val="0"/>
                    </a:spcBef>
                    <a:buClrTx/>
                    <a:buSzTx/>
                    <a:buFontTx/>
                    <a:buNone/>
                  </a:pPr>
                  <a:endParaRPr lang="en-US" altLang="en-US" sz="2400"/>
                </a:p>
              </p:txBody>
            </p:sp>
            <p:sp>
              <p:nvSpPr>
                <p:cNvPr id="30780" name="Rectangle 60"/>
                <p:cNvSpPr>
                  <a:spLocks noChangeArrowheads="1"/>
                </p:cNvSpPr>
                <p:nvPr/>
              </p:nvSpPr>
              <p:spPr bwMode="auto">
                <a:xfrm>
                  <a:off x="734" y="2306"/>
                  <a:ext cx="734" cy="403"/>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781" name="Group 61"/>
              <p:cNvGrpSpPr>
                <a:grpSpLocks/>
              </p:cNvGrpSpPr>
              <p:nvPr/>
            </p:nvGrpSpPr>
            <p:grpSpPr bwMode="auto">
              <a:xfrm>
                <a:off x="1468" y="2306"/>
                <a:ext cx="1094" cy="403"/>
                <a:chOff x="1468" y="2306"/>
                <a:chExt cx="1094" cy="403"/>
              </a:xfrm>
            </p:grpSpPr>
            <p:sp>
              <p:nvSpPr>
                <p:cNvPr id="30782" name="Rectangle 62"/>
                <p:cNvSpPr>
                  <a:spLocks noChangeArrowheads="1"/>
                </p:cNvSpPr>
                <p:nvPr/>
              </p:nvSpPr>
              <p:spPr bwMode="auto">
                <a:xfrm>
                  <a:off x="1511" y="2306"/>
                  <a:ext cx="1008" cy="403"/>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200">
                      <a:solidFill>
                        <a:srgbClr val="000000"/>
                      </a:solidFill>
                    </a:rPr>
                    <a:t> </a:t>
                  </a:r>
                </a:p>
                <a:p>
                  <a:pPr algn="ctr" eaLnBrk="0" hangingPunct="0">
                    <a:lnSpc>
                      <a:spcPct val="100000"/>
                    </a:lnSpc>
                    <a:spcBef>
                      <a:spcPct val="0"/>
                    </a:spcBef>
                    <a:buClrTx/>
                    <a:buSzTx/>
                    <a:buFontTx/>
                    <a:buNone/>
                  </a:pPr>
                  <a:endParaRPr lang="en-US" altLang="en-US" sz="2400"/>
                </a:p>
              </p:txBody>
            </p:sp>
            <p:sp>
              <p:nvSpPr>
                <p:cNvPr id="30783" name="Rectangle 63"/>
                <p:cNvSpPr>
                  <a:spLocks noChangeArrowheads="1"/>
                </p:cNvSpPr>
                <p:nvPr/>
              </p:nvSpPr>
              <p:spPr bwMode="auto">
                <a:xfrm>
                  <a:off x="1468" y="2306"/>
                  <a:ext cx="1094" cy="403"/>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784" name="Group 64"/>
              <p:cNvGrpSpPr>
                <a:grpSpLocks/>
              </p:cNvGrpSpPr>
              <p:nvPr/>
            </p:nvGrpSpPr>
            <p:grpSpPr bwMode="auto">
              <a:xfrm>
                <a:off x="2562" y="2306"/>
                <a:ext cx="878" cy="403"/>
                <a:chOff x="2562" y="2306"/>
                <a:chExt cx="878" cy="403"/>
              </a:xfrm>
            </p:grpSpPr>
            <p:sp>
              <p:nvSpPr>
                <p:cNvPr id="30785" name="Rectangle 65"/>
                <p:cNvSpPr>
                  <a:spLocks noChangeArrowheads="1"/>
                </p:cNvSpPr>
                <p:nvPr/>
              </p:nvSpPr>
              <p:spPr bwMode="auto">
                <a:xfrm>
                  <a:off x="2605" y="2306"/>
                  <a:ext cx="792" cy="403"/>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200">
                      <a:solidFill>
                        <a:srgbClr val="000000"/>
                      </a:solidFill>
                    </a:rPr>
                    <a:t> </a:t>
                  </a:r>
                </a:p>
                <a:p>
                  <a:pPr algn="ctr" eaLnBrk="0" hangingPunct="0">
                    <a:lnSpc>
                      <a:spcPct val="100000"/>
                    </a:lnSpc>
                    <a:spcBef>
                      <a:spcPct val="0"/>
                    </a:spcBef>
                    <a:buClrTx/>
                    <a:buSzTx/>
                    <a:buFontTx/>
                    <a:buNone/>
                  </a:pPr>
                  <a:endParaRPr lang="en-US" altLang="en-US" sz="2400"/>
                </a:p>
              </p:txBody>
            </p:sp>
            <p:sp>
              <p:nvSpPr>
                <p:cNvPr id="30786" name="Rectangle 66"/>
                <p:cNvSpPr>
                  <a:spLocks noChangeArrowheads="1"/>
                </p:cNvSpPr>
                <p:nvPr/>
              </p:nvSpPr>
              <p:spPr bwMode="auto">
                <a:xfrm>
                  <a:off x="2562" y="2306"/>
                  <a:ext cx="878" cy="403"/>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787" name="Group 67"/>
              <p:cNvGrpSpPr>
                <a:grpSpLocks/>
              </p:cNvGrpSpPr>
              <p:nvPr/>
            </p:nvGrpSpPr>
            <p:grpSpPr bwMode="auto">
              <a:xfrm>
                <a:off x="0" y="2709"/>
                <a:ext cx="734" cy="461"/>
                <a:chOff x="0" y="2709"/>
                <a:chExt cx="734" cy="461"/>
              </a:xfrm>
            </p:grpSpPr>
            <p:sp>
              <p:nvSpPr>
                <p:cNvPr id="30788" name="Rectangle 68"/>
                <p:cNvSpPr>
                  <a:spLocks noChangeArrowheads="1"/>
                </p:cNvSpPr>
                <p:nvPr/>
              </p:nvSpPr>
              <p:spPr bwMode="auto">
                <a:xfrm>
                  <a:off x="43" y="2709"/>
                  <a:ext cx="648"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600">
                      <a:solidFill>
                        <a:srgbClr val="000000"/>
                      </a:solidFill>
                    </a:rPr>
                    <a:t>SMITH</a:t>
                  </a:r>
                </a:p>
                <a:p>
                  <a:pPr algn="ctr" eaLnBrk="0" hangingPunct="0">
                    <a:lnSpc>
                      <a:spcPct val="100000"/>
                    </a:lnSpc>
                    <a:spcBef>
                      <a:spcPct val="0"/>
                    </a:spcBef>
                    <a:buClrTx/>
                    <a:buSzTx/>
                    <a:buFontTx/>
                    <a:buNone/>
                  </a:pPr>
                  <a:endParaRPr lang="en-US" altLang="en-US" sz="2400"/>
                </a:p>
              </p:txBody>
            </p:sp>
            <p:sp>
              <p:nvSpPr>
                <p:cNvPr id="30789" name="Rectangle 69"/>
                <p:cNvSpPr>
                  <a:spLocks noChangeArrowheads="1"/>
                </p:cNvSpPr>
                <p:nvPr/>
              </p:nvSpPr>
              <p:spPr bwMode="auto">
                <a:xfrm>
                  <a:off x="0" y="2709"/>
                  <a:ext cx="73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790" name="Group 70"/>
              <p:cNvGrpSpPr>
                <a:grpSpLocks/>
              </p:cNvGrpSpPr>
              <p:nvPr/>
            </p:nvGrpSpPr>
            <p:grpSpPr bwMode="auto">
              <a:xfrm>
                <a:off x="734" y="2709"/>
                <a:ext cx="734" cy="461"/>
                <a:chOff x="734" y="2709"/>
                <a:chExt cx="734" cy="461"/>
              </a:xfrm>
            </p:grpSpPr>
            <p:sp>
              <p:nvSpPr>
                <p:cNvPr id="30791" name="Rectangle 71"/>
                <p:cNvSpPr>
                  <a:spLocks noChangeArrowheads="1"/>
                </p:cNvSpPr>
                <p:nvPr/>
              </p:nvSpPr>
              <p:spPr bwMode="auto">
                <a:xfrm>
                  <a:off x="777" y="2709"/>
                  <a:ext cx="648"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1</a:t>
                  </a:r>
                  <a:endParaRPr lang="en-US" altLang="en-US" sz="1200">
                    <a:solidFill>
                      <a:srgbClr val="000000"/>
                    </a:solidFill>
                  </a:endParaRPr>
                </a:p>
                <a:p>
                  <a:pPr algn="ctr" eaLnBrk="0" hangingPunct="0">
                    <a:lnSpc>
                      <a:spcPct val="100000"/>
                    </a:lnSpc>
                    <a:spcBef>
                      <a:spcPct val="0"/>
                    </a:spcBef>
                    <a:buClrTx/>
                    <a:buSzTx/>
                    <a:buFontTx/>
                    <a:buNone/>
                  </a:pPr>
                  <a:endParaRPr lang="en-US" altLang="en-US" sz="2400"/>
                </a:p>
              </p:txBody>
            </p:sp>
            <p:sp>
              <p:nvSpPr>
                <p:cNvPr id="30792" name="Rectangle 72"/>
                <p:cNvSpPr>
                  <a:spLocks noChangeArrowheads="1"/>
                </p:cNvSpPr>
                <p:nvPr/>
              </p:nvSpPr>
              <p:spPr bwMode="auto">
                <a:xfrm>
                  <a:off x="734" y="2709"/>
                  <a:ext cx="73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793" name="Group 73"/>
              <p:cNvGrpSpPr>
                <a:grpSpLocks/>
              </p:cNvGrpSpPr>
              <p:nvPr/>
            </p:nvGrpSpPr>
            <p:grpSpPr bwMode="auto">
              <a:xfrm>
                <a:off x="1468" y="2709"/>
                <a:ext cx="1094" cy="461"/>
                <a:chOff x="1468" y="2709"/>
                <a:chExt cx="1094" cy="461"/>
              </a:xfrm>
            </p:grpSpPr>
            <p:sp>
              <p:nvSpPr>
                <p:cNvPr id="30794" name="Rectangle 74"/>
                <p:cNvSpPr>
                  <a:spLocks noChangeArrowheads="1"/>
                </p:cNvSpPr>
                <p:nvPr/>
              </p:nvSpPr>
              <p:spPr bwMode="auto">
                <a:xfrm>
                  <a:off x="1511" y="2709"/>
                  <a:ext cx="1008"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112</a:t>
                  </a:r>
                  <a:endParaRPr lang="en-US" altLang="en-US" sz="1200">
                    <a:solidFill>
                      <a:srgbClr val="000000"/>
                    </a:solidFill>
                  </a:endParaRPr>
                </a:p>
                <a:p>
                  <a:pPr algn="ctr" eaLnBrk="0" hangingPunct="0">
                    <a:lnSpc>
                      <a:spcPct val="100000"/>
                    </a:lnSpc>
                    <a:spcBef>
                      <a:spcPct val="0"/>
                    </a:spcBef>
                    <a:buClrTx/>
                    <a:buSzTx/>
                    <a:buFontTx/>
                    <a:buNone/>
                  </a:pPr>
                  <a:endParaRPr lang="en-US" altLang="en-US" sz="2400"/>
                </a:p>
              </p:txBody>
            </p:sp>
            <p:sp>
              <p:nvSpPr>
                <p:cNvPr id="30795" name="Rectangle 75"/>
                <p:cNvSpPr>
                  <a:spLocks noChangeArrowheads="1"/>
                </p:cNvSpPr>
                <p:nvPr/>
              </p:nvSpPr>
              <p:spPr bwMode="auto">
                <a:xfrm>
                  <a:off x="1468" y="2709"/>
                  <a:ext cx="109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796" name="Group 76"/>
              <p:cNvGrpSpPr>
                <a:grpSpLocks/>
              </p:cNvGrpSpPr>
              <p:nvPr/>
            </p:nvGrpSpPr>
            <p:grpSpPr bwMode="auto">
              <a:xfrm>
                <a:off x="2562" y="2709"/>
                <a:ext cx="878" cy="461"/>
                <a:chOff x="2562" y="2709"/>
                <a:chExt cx="878" cy="461"/>
              </a:xfrm>
            </p:grpSpPr>
            <p:sp>
              <p:nvSpPr>
                <p:cNvPr id="30797" name="Rectangle 77"/>
                <p:cNvSpPr>
                  <a:spLocks noChangeArrowheads="1"/>
                </p:cNvSpPr>
                <p:nvPr/>
              </p:nvSpPr>
              <p:spPr bwMode="auto">
                <a:xfrm>
                  <a:off x="2605" y="2709"/>
                  <a:ext cx="792"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112</a:t>
                  </a:r>
                  <a:endParaRPr lang="en-US" altLang="en-US" sz="1200">
                    <a:solidFill>
                      <a:srgbClr val="000000"/>
                    </a:solidFill>
                  </a:endParaRPr>
                </a:p>
                <a:p>
                  <a:pPr algn="ctr" eaLnBrk="0" hangingPunct="0">
                    <a:lnSpc>
                      <a:spcPct val="100000"/>
                    </a:lnSpc>
                    <a:spcBef>
                      <a:spcPct val="0"/>
                    </a:spcBef>
                    <a:buClrTx/>
                    <a:buSzTx/>
                    <a:buFontTx/>
                    <a:buNone/>
                  </a:pPr>
                  <a:endParaRPr lang="en-US" altLang="en-US" sz="2400"/>
                </a:p>
              </p:txBody>
            </p:sp>
            <p:sp>
              <p:nvSpPr>
                <p:cNvPr id="30798" name="Rectangle 78"/>
                <p:cNvSpPr>
                  <a:spLocks noChangeArrowheads="1"/>
                </p:cNvSpPr>
                <p:nvPr/>
              </p:nvSpPr>
              <p:spPr bwMode="auto">
                <a:xfrm>
                  <a:off x="2562" y="2709"/>
                  <a:ext cx="878"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799" name="Group 79"/>
              <p:cNvGrpSpPr>
                <a:grpSpLocks/>
              </p:cNvGrpSpPr>
              <p:nvPr/>
            </p:nvGrpSpPr>
            <p:grpSpPr bwMode="auto">
              <a:xfrm>
                <a:off x="0" y="3170"/>
                <a:ext cx="734" cy="403"/>
                <a:chOff x="0" y="3170"/>
                <a:chExt cx="734" cy="403"/>
              </a:xfrm>
            </p:grpSpPr>
            <p:sp>
              <p:nvSpPr>
                <p:cNvPr id="30800" name="Rectangle 80"/>
                <p:cNvSpPr>
                  <a:spLocks noChangeArrowheads="1"/>
                </p:cNvSpPr>
                <p:nvPr/>
              </p:nvSpPr>
              <p:spPr bwMode="auto">
                <a:xfrm>
                  <a:off x="43" y="3170"/>
                  <a:ext cx="648" cy="403"/>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200">
                      <a:solidFill>
                        <a:srgbClr val="000000"/>
                      </a:solidFill>
                    </a:rPr>
                    <a:t> </a:t>
                  </a:r>
                </a:p>
                <a:p>
                  <a:pPr algn="ctr" eaLnBrk="0" hangingPunct="0">
                    <a:lnSpc>
                      <a:spcPct val="100000"/>
                    </a:lnSpc>
                    <a:spcBef>
                      <a:spcPct val="0"/>
                    </a:spcBef>
                    <a:buClrTx/>
                    <a:buSzTx/>
                    <a:buFontTx/>
                    <a:buNone/>
                  </a:pPr>
                  <a:endParaRPr lang="en-US" altLang="en-US" sz="2400"/>
                </a:p>
              </p:txBody>
            </p:sp>
            <p:sp>
              <p:nvSpPr>
                <p:cNvPr id="30801" name="Rectangle 81"/>
                <p:cNvSpPr>
                  <a:spLocks noChangeArrowheads="1"/>
                </p:cNvSpPr>
                <p:nvPr/>
              </p:nvSpPr>
              <p:spPr bwMode="auto">
                <a:xfrm>
                  <a:off x="0" y="3170"/>
                  <a:ext cx="734" cy="403"/>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802" name="Group 82"/>
              <p:cNvGrpSpPr>
                <a:grpSpLocks/>
              </p:cNvGrpSpPr>
              <p:nvPr/>
            </p:nvGrpSpPr>
            <p:grpSpPr bwMode="auto">
              <a:xfrm>
                <a:off x="734" y="3170"/>
                <a:ext cx="734" cy="403"/>
                <a:chOff x="734" y="3170"/>
                <a:chExt cx="734" cy="403"/>
              </a:xfrm>
            </p:grpSpPr>
            <p:sp>
              <p:nvSpPr>
                <p:cNvPr id="30803" name="Rectangle 83"/>
                <p:cNvSpPr>
                  <a:spLocks noChangeArrowheads="1"/>
                </p:cNvSpPr>
                <p:nvPr/>
              </p:nvSpPr>
              <p:spPr bwMode="auto">
                <a:xfrm>
                  <a:off x="777" y="3170"/>
                  <a:ext cx="648" cy="403"/>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200">
                      <a:solidFill>
                        <a:srgbClr val="000000"/>
                      </a:solidFill>
                    </a:rPr>
                    <a:t> </a:t>
                  </a:r>
                </a:p>
                <a:p>
                  <a:pPr algn="ctr" eaLnBrk="0" hangingPunct="0">
                    <a:lnSpc>
                      <a:spcPct val="100000"/>
                    </a:lnSpc>
                    <a:spcBef>
                      <a:spcPct val="0"/>
                    </a:spcBef>
                    <a:buClrTx/>
                    <a:buSzTx/>
                    <a:buFontTx/>
                    <a:buNone/>
                  </a:pPr>
                  <a:endParaRPr lang="en-US" altLang="en-US" sz="2400"/>
                </a:p>
              </p:txBody>
            </p:sp>
            <p:sp>
              <p:nvSpPr>
                <p:cNvPr id="30804" name="Rectangle 84"/>
                <p:cNvSpPr>
                  <a:spLocks noChangeArrowheads="1"/>
                </p:cNvSpPr>
                <p:nvPr/>
              </p:nvSpPr>
              <p:spPr bwMode="auto">
                <a:xfrm>
                  <a:off x="734" y="3170"/>
                  <a:ext cx="734" cy="403"/>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805" name="Group 85"/>
              <p:cNvGrpSpPr>
                <a:grpSpLocks/>
              </p:cNvGrpSpPr>
              <p:nvPr/>
            </p:nvGrpSpPr>
            <p:grpSpPr bwMode="auto">
              <a:xfrm>
                <a:off x="1468" y="3170"/>
                <a:ext cx="1094" cy="403"/>
                <a:chOff x="1468" y="3170"/>
                <a:chExt cx="1094" cy="403"/>
              </a:xfrm>
            </p:grpSpPr>
            <p:sp>
              <p:nvSpPr>
                <p:cNvPr id="30806" name="Rectangle 86"/>
                <p:cNvSpPr>
                  <a:spLocks noChangeArrowheads="1"/>
                </p:cNvSpPr>
                <p:nvPr/>
              </p:nvSpPr>
              <p:spPr bwMode="auto">
                <a:xfrm>
                  <a:off x="1511" y="3170"/>
                  <a:ext cx="1008" cy="403"/>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200">
                      <a:solidFill>
                        <a:srgbClr val="000000"/>
                      </a:solidFill>
                    </a:rPr>
                    <a:t> </a:t>
                  </a:r>
                </a:p>
                <a:p>
                  <a:pPr algn="ctr" eaLnBrk="0" hangingPunct="0">
                    <a:lnSpc>
                      <a:spcPct val="100000"/>
                    </a:lnSpc>
                    <a:spcBef>
                      <a:spcPct val="0"/>
                    </a:spcBef>
                    <a:buClrTx/>
                    <a:buSzTx/>
                    <a:buFontTx/>
                    <a:buNone/>
                  </a:pPr>
                  <a:endParaRPr lang="en-US" altLang="en-US" sz="2400"/>
                </a:p>
              </p:txBody>
            </p:sp>
            <p:sp>
              <p:nvSpPr>
                <p:cNvPr id="30807" name="Rectangle 87"/>
                <p:cNvSpPr>
                  <a:spLocks noChangeArrowheads="1"/>
                </p:cNvSpPr>
                <p:nvPr/>
              </p:nvSpPr>
              <p:spPr bwMode="auto">
                <a:xfrm>
                  <a:off x="1468" y="3170"/>
                  <a:ext cx="1094" cy="403"/>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808" name="Group 88"/>
              <p:cNvGrpSpPr>
                <a:grpSpLocks/>
              </p:cNvGrpSpPr>
              <p:nvPr/>
            </p:nvGrpSpPr>
            <p:grpSpPr bwMode="auto">
              <a:xfrm>
                <a:off x="2562" y="3170"/>
                <a:ext cx="878" cy="403"/>
                <a:chOff x="2562" y="3170"/>
                <a:chExt cx="878" cy="403"/>
              </a:xfrm>
            </p:grpSpPr>
            <p:sp>
              <p:nvSpPr>
                <p:cNvPr id="30809" name="Rectangle 89"/>
                <p:cNvSpPr>
                  <a:spLocks noChangeArrowheads="1"/>
                </p:cNvSpPr>
                <p:nvPr/>
              </p:nvSpPr>
              <p:spPr bwMode="auto">
                <a:xfrm>
                  <a:off x="2605" y="3170"/>
                  <a:ext cx="792" cy="403"/>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200">
                      <a:solidFill>
                        <a:srgbClr val="000000"/>
                      </a:solidFill>
                    </a:rPr>
                    <a:t> </a:t>
                  </a:r>
                </a:p>
                <a:p>
                  <a:pPr algn="ctr" eaLnBrk="0" hangingPunct="0">
                    <a:lnSpc>
                      <a:spcPct val="100000"/>
                    </a:lnSpc>
                    <a:spcBef>
                      <a:spcPct val="0"/>
                    </a:spcBef>
                    <a:buClrTx/>
                    <a:buSzTx/>
                    <a:buFontTx/>
                    <a:buNone/>
                  </a:pPr>
                  <a:endParaRPr lang="en-US" altLang="en-US" sz="2400"/>
                </a:p>
              </p:txBody>
            </p:sp>
            <p:sp>
              <p:nvSpPr>
                <p:cNvPr id="30810" name="Rectangle 90"/>
                <p:cNvSpPr>
                  <a:spLocks noChangeArrowheads="1"/>
                </p:cNvSpPr>
                <p:nvPr/>
              </p:nvSpPr>
              <p:spPr bwMode="auto">
                <a:xfrm>
                  <a:off x="2562" y="3170"/>
                  <a:ext cx="878" cy="403"/>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811" name="Group 91"/>
              <p:cNvGrpSpPr>
                <a:grpSpLocks/>
              </p:cNvGrpSpPr>
              <p:nvPr/>
            </p:nvGrpSpPr>
            <p:grpSpPr bwMode="auto">
              <a:xfrm>
                <a:off x="0" y="3573"/>
                <a:ext cx="734" cy="461"/>
                <a:chOff x="0" y="3573"/>
                <a:chExt cx="734" cy="461"/>
              </a:xfrm>
            </p:grpSpPr>
            <p:sp>
              <p:nvSpPr>
                <p:cNvPr id="30812" name="Rectangle 92"/>
                <p:cNvSpPr>
                  <a:spLocks noChangeArrowheads="1"/>
                </p:cNvSpPr>
                <p:nvPr/>
              </p:nvSpPr>
              <p:spPr bwMode="auto">
                <a:xfrm>
                  <a:off x="43" y="3573"/>
                  <a:ext cx="648"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200">
                      <a:solidFill>
                        <a:srgbClr val="000000"/>
                      </a:solidFill>
                    </a:rPr>
                    <a:t> </a:t>
                  </a:r>
                </a:p>
                <a:p>
                  <a:pPr algn="ctr" eaLnBrk="0" hangingPunct="0">
                    <a:lnSpc>
                      <a:spcPct val="100000"/>
                    </a:lnSpc>
                    <a:spcBef>
                      <a:spcPct val="0"/>
                    </a:spcBef>
                    <a:buClrTx/>
                    <a:buSzTx/>
                    <a:buFontTx/>
                    <a:buNone/>
                  </a:pPr>
                  <a:endParaRPr lang="en-US" altLang="en-US" sz="2400"/>
                </a:p>
              </p:txBody>
            </p:sp>
            <p:sp>
              <p:nvSpPr>
                <p:cNvPr id="30813" name="Rectangle 93"/>
                <p:cNvSpPr>
                  <a:spLocks noChangeArrowheads="1"/>
                </p:cNvSpPr>
                <p:nvPr/>
              </p:nvSpPr>
              <p:spPr bwMode="auto">
                <a:xfrm>
                  <a:off x="0" y="3573"/>
                  <a:ext cx="73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814" name="Group 94"/>
              <p:cNvGrpSpPr>
                <a:grpSpLocks/>
              </p:cNvGrpSpPr>
              <p:nvPr/>
            </p:nvGrpSpPr>
            <p:grpSpPr bwMode="auto">
              <a:xfrm>
                <a:off x="734" y="3573"/>
                <a:ext cx="734" cy="461"/>
                <a:chOff x="734" y="3573"/>
                <a:chExt cx="734" cy="461"/>
              </a:xfrm>
            </p:grpSpPr>
            <p:sp>
              <p:nvSpPr>
                <p:cNvPr id="30815" name="Rectangle 95"/>
                <p:cNvSpPr>
                  <a:spLocks noChangeArrowheads="1"/>
                </p:cNvSpPr>
                <p:nvPr/>
              </p:nvSpPr>
              <p:spPr bwMode="auto">
                <a:xfrm>
                  <a:off x="777" y="3573"/>
                  <a:ext cx="648"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1</a:t>
                  </a:r>
                  <a:endParaRPr lang="en-US" altLang="en-US" sz="1200">
                    <a:solidFill>
                      <a:srgbClr val="000000"/>
                    </a:solidFill>
                  </a:endParaRPr>
                </a:p>
                <a:p>
                  <a:pPr algn="ctr" eaLnBrk="0" hangingPunct="0">
                    <a:lnSpc>
                      <a:spcPct val="100000"/>
                    </a:lnSpc>
                    <a:spcBef>
                      <a:spcPct val="0"/>
                    </a:spcBef>
                    <a:buClrTx/>
                    <a:buSzTx/>
                    <a:buFontTx/>
                    <a:buNone/>
                  </a:pPr>
                  <a:endParaRPr lang="en-US" altLang="en-US" sz="2400"/>
                </a:p>
              </p:txBody>
            </p:sp>
            <p:sp>
              <p:nvSpPr>
                <p:cNvPr id="30816" name="Rectangle 96"/>
                <p:cNvSpPr>
                  <a:spLocks noChangeArrowheads="1"/>
                </p:cNvSpPr>
                <p:nvPr/>
              </p:nvSpPr>
              <p:spPr bwMode="auto">
                <a:xfrm>
                  <a:off x="734" y="3573"/>
                  <a:ext cx="73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817" name="Group 97"/>
              <p:cNvGrpSpPr>
                <a:grpSpLocks/>
              </p:cNvGrpSpPr>
              <p:nvPr/>
            </p:nvGrpSpPr>
            <p:grpSpPr bwMode="auto">
              <a:xfrm>
                <a:off x="1468" y="3573"/>
                <a:ext cx="1094" cy="461"/>
                <a:chOff x="1468" y="3573"/>
                <a:chExt cx="1094" cy="461"/>
              </a:xfrm>
            </p:grpSpPr>
            <p:sp>
              <p:nvSpPr>
                <p:cNvPr id="30818" name="Rectangle 98"/>
                <p:cNvSpPr>
                  <a:spLocks noChangeArrowheads="1"/>
                </p:cNvSpPr>
                <p:nvPr/>
              </p:nvSpPr>
              <p:spPr bwMode="auto">
                <a:xfrm>
                  <a:off x="1511" y="3573"/>
                  <a:ext cx="1008"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133</a:t>
                  </a:r>
                  <a:endParaRPr lang="en-US" altLang="en-US" sz="1200">
                    <a:solidFill>
                      <a:srgbClr val="000000"/>
                    </a:solidFill>
                  </a:endParaRPr>
                </a:p>
                <a:p>
                  <a:pPr algn="ctr" eaLnBrk="0" hangingPunct="0">
                    <a:lnSpc>
                      <a:spcPct val="100000"/>
                    </a:lnSpc>
                    <a:spcBef>
                      <a:spcPct val="0"/>
                    </a:spcBef>
                    <a:buClrTx/>
                    <a:buSzTx/>
                    <a:buFontTx/>
                    <a:buNone/>
                  </a:pPr>
                  <a:endParaRPr lang="en-US" altLang="en-US" sz="2400"/>
                </a:p>
              </p:txBody>
            </p:sp>
            <p:sp>
              <p:nvSpPr>
                <p:cNvPr id="30819" name="Rectangle 99"/>
                <p:cNvSpPr>
                  <a:spLocks noChangeArrowheads="1"/>
                </p:cNvSpPr>
                <p:nvPr/>
              </p:nvSpPr>
              <p:spPr bwMode="auto">
                <a:xfrm>
                  <a:off x="1468" y="3573"/>
                  <a:ext cx="109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820" name="Group 100"/>
              <p:cNvGrpSpPr>
                <a:grpSpLocks/>
              </p:cNvGrpSpPr>
              <p:nvPr/>
            </p:nvGrpSpPr>
            <p:grpSpPr bwMode="auto">
              <a:xfrm>
                <a:off x="2562" y="3573"/>
                <a:ext cx="878" cy="461"/>
                <a:chOff x="2562" y="3573"/>
                <a:chExt cx="878" cy="461"/>
              </a:xfrm>
            </p:grpSpPr>
            <p:sp>
              <p:nvSpPr>
                <p:cNvPr id="30821" name="Rectangle 101"/>
                <p:cNvSpPr>
                  <a:spLocks noChangeArrowheads="1"/>
                </p:cNvSpPr>
                <p:nvPr/>
              </p:nvSpPr>
              <p:spPr bwMode="auto">
                <a:xfrm>
                  <a:off x="2605" y="3573"/>
                  <a:ext cx="792"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133</a:t>
                  </a:r>
                  <a:endParaRPr lang="en-US" altLang="en-US" sz="1200">
                    <a:solidFill>
                      <a:srgbClr val="000000"/>
                    </a:solidFill>
                  </a:endParaRPr>
                </a:p>
                <a:p>
                  <a:pPr algn="ctr" eaLnBrk="0" hangingPunct="0">
                    <a:lnSpc>
                      <a:spcPct val="100000"/>
                    </a:lnSpc>
                    <a:spcBef>
                      <a:spcPct val="0"/>
                    </a:spcBef>
                    <a:buClrTx/>
                    <a:buSzTx/>
                    <a:buFontTx/>
                    <a:buNone/>
                  </a:pPr>
                  <a:endParaRPr lang="en-US" altLang="en-US" sz="2400"/>
                </a:p>
              </p:txBody>
            </p:sp>
            <p:sp>
              <p:nvSpPr>
                <p:cNvPr id="30822" name="Rectangle 102"/>
                <p:cNvSpPr>
                  <a:spLocks noChangeArrowheads="1"/>
                </p:cNvSpPr>
                <p:nvPr/>
              </p:nvSpPr>
              <p:spPr bwMode="auto">
                <a:xfrm>
                  <a:off x="2562" y="3573"/>
                  <a:ext cx="878"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823" name="Group 103"/>
              <p:cNvGrpSpPr>
                <a:grpSpLocks/>
              </p:cNvGrpSpPr>
              <p:nvPr/>
            </p:nvGrpSpPr>
            <p:grpSpPr bwMode="auto">
              <a:xfrm>
                <a:off x="0" y="4034"/>
                <a:ext cx="734" cy="461"/>
                <a:chOff x="0" y="4034"/>
                <a:chExt cx="734" cy="461"/>
              </a:xfrm>
            </p:grpSpPr>
            <p:sp>
              <p:nvSpPr>
                <p:cNvPr id="30824" name="Rectangle 104"/>
                <p:cNvSpPr>
                  <a:spLocks noChangeArrowheads="1"/>
                </p:cNvSpPr>
                <p:nvPr/>
              </p:nvSpPr>
              <p:spPr bwMode="auto">
                <a:xfrm>
                  <a:off x="43" y="4034"/>
                  <a:ext cx="648"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600">
                      <a:solidFill>
                        <a:srgbClr val="000000"/>
                      </a:solidFill>
                    </a:rPr>
                    <a:t>MAGS</a:t>
                  </a:r>
                </a:p>
                <a:p>
                  <a:pPr algn="ctr" eaLnBrk="0" hangingPunct="0">
                    <a:lnSpc>
                      <a:spcPct val="100000"/>
                    </a:lnSpc>
                    <a:spcBef>
                      <a:spcPct val="0"/>
                    </a:spcBef>
                    <a:buClrTx/>
                    <a:buSzTx/>
                    <a:buFontTx/>
                    <a:buNone/>
                  </a:pPr>
                  <a:endParaRPr lang="en-US" altLang="en-US" sz="2400"/>
                </a:p>
              </p:txBody>
            </p:sp>
            <p:sp>
              <p:nvSpPr>
                <p:cNvPr id="30825" name="Rectangle 105"/>
                <p:cNvSpPr>
                  <a:spLocks noChangeArrowheads="1"/>
                </p:cNvSpPr>
                <p:nvPr/>
              </p:nvSpPr>
              <p:spPr bwMode="auto">
                <a:xfrm>
                  <a:off x="0" y="4034"/>
                  <a:ext cx="73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826" name="Group 106"/>
              <p:cNvGrpSpPr>
                <a:grpSpLocks/>
              </p:cNvGrpSpPr>
              <p:nvPr/>
            </p:nvGrpSpPr>
            <p:grpSpPr bwMode="auto">
              <a:xfrm>
                <a:off x="734" y="4034"/>
                <a:ext cx="734" cy="461"/>
                <a:chOff x="734" y="4034"/>
                <a:chExt cx="734" cy="461"/>
              </a:xfrm>
            </p:grpSpPr>
            <p:sp>
              <p:nvSpPr>
                <p:cNvPr id="30827" name="Rectangle 107"/>
                <p:cNvSpPr>
                  <a:spLocks noChangeArrowheads="1"/>
                </p:cNvSpPr>
                <p:nvPr/>
              </p:nvSpPr>
              <p:spPr bwMode="auto">
                <a:xfrm>
                  <a:off x="777" y="4034"/>
                  <a:ext cx="648"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2</a:t>
                  </a:r>
                  <a:endParaRPr lang="en-US" altLang="en-US" sz="1200">
                    <a:solidFill>
                      <a:srgbClr val="000000"/>
                    </a:solidFill>
                  </a:endParaRPr>
                </a:p>
                <a:p>
                  <a:pPr algn="ctr" eaLnBrk="0" hangingPunct="0">
                    <a:lnSpc>
                      <a:spcPct val="100000"/>
                    </a:lnSpc>
                    <a:spcBef>
                      <a:spcPct val="0"/>
                    </a:spcBef>
                    <a:buClrTx/>
                    <a:buSzTx/>
                    <a:buFontTx/>
                    <a:buNone/>
                  </a:pPr>
                  <a:endParaRPr lang="en-US" altLang="en-US" sz="2400"/>
                </a:p>
              </p:txBody>
            </p:sp>
            <p:sp>
              <p:nvSpPr>
                <p:cNvPr id="30828" name="Rectangle 108"/>
                <p:cNvSpPr>
                  <a:spLocks noChangeArrowheads="1"/>
                </p:cNvSpPr>
                <p:nvPr/>
              </p:nvSpPr>
              <p:spPr bwMode="auto">
                <a:xfrm>
                  <a:off x="734" y="4034"/>
                  <a:ext cx="73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829" name="Group 109"/>
              <p:cNvGrpSpPr>
                <a:grpSpLocks/>
              </p:cNvGrpSpPr>
              <p:nvPr/>
            </p:nvGrpSpPr>
            <p:grpSpPr bwMode="auto">
              <a:xfrm>
                <a:off x="1468" y="4034"/>
                <a:ext cx="1094" cy="461"/>
                <a:chOff x="1468" y="4034"/>
                <a:chExt cx="1094" cy="461"/>
              </a:xfrm>
            </p:grpSpPr>
            <p:sp>
              <p:nvSpPr>
                <p:cNvPr id="30830" name="Rectangle 110"/>
                <p:cNvSpPr>
                  <a:spLocks noChangeArrowheads="1"/>
                </p:cNvSpPr>
                <p:nvPr/>
              </p:nvSpPr>
              <p:spPr bwMode="auto">
                <a:xfrm>
                  <a:off x="1511" y="4034"/>
                  <a:ext cx="1008"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77</a:t>
                  </a:r>
                  <a:endParaRPr lang="en-US" altLang="en-US" sz="1200">
                    <a:solidFill>
                      <a:srgbClr val="000000"/>
                    </a:solidFill>
                  </a:endParaRPr>
                </a:p>
                <a:p>
                  <a:pPr algn="ctr" eaLnBrk="0" hangingPunct="0">
                    <a:lnSpc>
                      <a:spcPct val="100000"/>
                    </a:lnSpc>
                    <a:spcBef>
                      <a:spcPct val="0"/>
                    </a:spcBef>
                    <a:buClrTx/>
                    <a:buSzTx/>
                    <a:buFontTx/>
                    <a:buNone/>
                  </a:pPr>
                  <a:endParaRPr lang="en-US" altLang="en-US" sz="2400"/>
                </a:p>
              </p:txBody>
            </p:sp>
            <p:sp>
              <p:nvSpPr>
                <p:cNvPr id="30831" name="Rectangle 111"/>
                <p:cNvSpPr>
                  <a:spLocks noChangeArrowheads="1"/>
                </p:cNvSpPr>
                <p:nvPr/>
              </p:nvSpPr>
              <p:spPr bwMode="auto">
                <a:xfrm>
                  <a:off x="1468" y="4034"/>
                  <a:ext cx="109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832" name="Group 112"/>
              <p:cNvGrpSpPr>
                <a:grpSpLocks/>
              </p:cNvGrpSpPr>
              <p:nvPr/>
            </p:nvGrpSpPr>
            <p:grpSpPr bwMode="auto">
              <a:xfrm>
                <a:off x="2562" y="4034"/>
                <a:ext cx="878" cy="461"/>
                <a:chOff x="2562" y="4034"/>
                <a:chExt cx="878" cy="461"/>
              </a:xfrm>
            </p:grpSpPr>
            <p:sp>
              <p:nvSpPr>
                <p:cNvPr id="30833" name="Rectangle 113"/>
                <p:cNvSpPr>
                  <a:spLocks noChangeArrowheads="1"/>
                </p:cNvSpPr>
                <p:nvPr/>
              </p:nvSpPr>
              <p:spPr bwMode="auto">
                <a:xfrm>
                  <a:off x="2605" y="4034"/>
                  <a:ext cx="792"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210</a:t>
                  </a:r>
                  <a:endParaRPr lang="en-US" altLang="en-US" sz="1200">
                    <a:solidFill>
                      <a:srgbClr val="000000"/>
                    </a:solidFill>
                  </a:endParaRPr>
                </a:p>
                <a:p>
                  <a:pPr algn="ctr" eaLnBrk="0" hangingPunct="0">
                    <a:lnSpc>
                      <a:spcPct val="100000"/>
                    </a:lnSpc>
                    <a:spcBef>
                      <a:spcPct val="0"/>
                    </a:spcBef>
                    <a:buClrTx/>
                    <a:buSzTx/>
                    <a:buFontTx/>
                    <a:buNone/>
                  </a:pPr>
                  <a:endParaRPr lang="en-US" altLang="en-US" sz="2400"/>
                </a:p>
              </p:txBody>
            </p:sp>
            <p:sp>
              <p:nvSpPr>
                <p:cNvPr id="30834" name="Rectangle 114"/>
                <p:cNvSpPr>
                  <a:spLocks noChangeArrowheads="1"/>
                </p:cNvSpPr>
                <p:nvPr/>
              </p:nvSpPr>
              <p:spPr bwMode="auto">
                <a:xfrm>
                  <a:off x="2562" y="4034"/>
                  <a:ext cx="878"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835" name="Group 115"/>
              <p:cNvGrpSpPr>
                <a:grpSpLocks/>
              </p:cNvGrpSpPr>
              <p:nvPr/>
            </p:nvGrpSpPr>
            <p:grpSpPr bwMode="auto">
              <a:xfrm>
                <a:off x="0" y="4495"/>
                <a:ext cx="734" cy="461"/>
                <a:chOff x="0" y="4495"/>
                <a:chExt cx="734" cy="461"/>
              </a:xfrm>
            </p:grpSpPr>
            <p:sp>
              <p:nvSpPr>
                <p:cNvPr id="30836" name="Rectangle 116"/>
                <p:cNvSpPr>
                  <a:spLocks noChangeArrowheads="1"/>
                </p:cNvSpPr>
                <p:nvPr/>
              </p:nvSpPr>
              <p:spPr bwMode="auto">
                <a:xfrm>
                  <a:off x="43" y="4495"/>
                  <a:ext cx="648"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200">
                      <a:solidFill>
                        <a:srgbClr val="000000"/>
                      </a:solidFill>
                    </a:rPr>
                    <a:t> </a:t>
                  </a:r>
                </a:p>
                <a:p>
                  <a:pPr algn="ctr" eaLnBrk="0" hangingPunct="0">
                    <a:lnSpc>
                      <a:spcPct val="100000"/>
                    </a:lnSpc>
                    <a:spcBef>
                      <a:spcPct val="0"/>
                    </a:spcBef>
                    <a:buClrTx/>
                    <a:buSzTx/>
                    <a:buFontTx/>
                    <a:buNone/>
                  </a:pPr>
                  <a:endParaRPr lang="en-US" altLang="en-US" sz="2400"/>
                </a:p>
              </p:txBody>
            </p:sp>
            <p:sp>
              <p:nvSpPr>
                <p:cNvPr id="30837" name="Rectangle 117"/>
                <p:cNvSpPr>
                  <a:spLocks noChangeArrowheads="1"/>
                </p:cNvSpPr>
                <p:nvPr/>
              </p:nvSpPr>
              <p:spPr bwMode="auto">
                <a:xfrm>
                  <a:off x="0" y="4495"/>
                  <a:ext cx="73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838" name="Group 118"/>
              <p:cNvGrpSpPr>
                <a:grpSpLocks/>
              </p:cNvGrpSpPr>
              <p:nvPr/>
            </p:nvGrpSpPr>
            <p:grpSpPr bwMode="auto">
              <a:xfrm>
                <a:off x="734" y="4495"/>
                <a:ext cx="734" cy="461"/>
                <a:chOff x="734" y="4495"/>
                <a:chExt cx="734" cy="461"/>
              </a:xfrm>
            </p:grpSpPr>
            <p:sp>
              <p:nvSpPr>
                <p:cNvPr id="30839" name="Rectangle 119"/>
                <p:cNvSpPr>
                  <a:spLocks noChangeArrowheads="1"/>
                </p:cNvSpPr>
                <p:nvPr/>
              </p:nvSpPr>
              <p:spPr bwMode="auto">
                <a:xfrm>
                  <a:off x="777" y="4495"/>
                  <a:ext cx="648"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3</a:t>
                  </a:r>
                  <a:endParaRPr lang="en-US" altLang="en-US" sz="1200">
                    <a:solidFill>
                      <a:srgbClr val="000000"/>
                    </a:solidFill>
                  </a:endParaRPr>
                </a:p>
                <a:p>
                  <a:pPr algn="ctr" eaLnBrk="0" hangingPunct="0">
                    <a:lnSpc>
                      <a:spcPct val="100000"/>
                    </a:lnSpc>
                    <a:spcBef>
                      <a:spcPct val="0"/>
                    </a:spcBef>
                    <a:buClrTx/>
                    <a:buSzTx/>
                    <a:buFontTx/>
                    <a:buNone/>
                  </a:pPr>
                  <a:endParaRPr lang="en-US" altLang="en-US" sz="2400"/>
                </a:p>
              </p:txBody>
            </p:sp>
            <p:sp>
              <p:nvSpPr>
                <p:cNvPr id="30840" name="Rectangle 120"/>
                <p:cNvSpPr>
                  <a:spLocks noChangeArrowheads="1"/>
                </p:cNvSpPr>
                <p:nvPr/>
              </p:nvSpPr>
              <p:spPr bwMode="auto">
                <a:xfrm>
                  <a:off x="734" y="4495"/>
                  <a:ext cx="73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841" name="Group 121"/>
              <p:cNvGrpSpPr>
                <a:grpSpLocks/>
              </p:cNvGrpSpPr>
              <p:nvPr/>
            </p:nvGrpSpPr>
            <p:grpSpPr bwMode="auto">
              <a:xfrm>
                <a:off x="1468" y="4495"/>
                <a:ext cx="1094" cy="461"/>
                <a:chOff x="1468" y="4495"/>
                <a:chExt cx="1094" cy="461"/>
              </a:xfrm>
            </p:grpSpPr>
            <p:sp>
              <p:nvSpPr>
                <p:cNvPr id="30842" name="Rectangle 122"/>
                <p:cNvSpPr>
                  <a:spLocks noChangeArrowheads="1"/>
                </p:cNvSpPr>
                <p:nvPr/>
              </p:nvSpPr>
              <p:spPr bwMode="auto">
                <a:xfrm>
                  <a:off x="1511" y="4495"/>
                  <a:ext cx="1008"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61</a:t>
                  </a:r>
                  <a:endParaRPr lang="en-US" altLang="en-US" sz="1200">
                    <a:solidFill>
                      <a:srgbClr val="000000"/>
                    </a:solidFill>
                  </a:endParaRPr>
                </a:p>
                <a:p>
                  <a:pPr algn="ctr" eaLnBrk="0" hangingPunct="0">
                    <a:lnSpc>
                      <a:spcPct val="100000"/>
                    </a:lnSpc>
                    <a:spcBef>
                      <a:spcPct val="0"/>
                    </a:spcBef>
                    <a:buClrTx/>
                    <a:buSzTx/>
                    <a:buFontTx/>
                    <a:buNone/>
                  </a:pPr>
                  <a:endParaRPr lang="en-US" altLang="en-US" sz="2400"/>
                </a:p>
              </p:txBody>
            </p:sp>
            <p:sp>
              <p:nvSpPr>
                <p:cNvPr id="30843" name="Rectangle 123"/>
                <p:cNvSpPr>
                  <a:spLocks noChangeArrowheads="1"/>
                </p:cNvSpPr>
                <p:nvPr/>
              </p:nvSpPr>
              <p:spPr bwMode="auto">
                <a:xfrm>
                  <a:off x="1468" y="4495"/>
                  <a:ext cx="109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844" name="Group 124"/>
              <p:cNvGrpSpPr>
                <a:grpSpLocks/>
              </p:cNvGrpSpPr>
              <p:nvPr/>
            </p:nvGrpSpPr>
            <p:grpSpPr bwMode="auto">
              <a:xfrm>
                <a:off x="2562" y="4495"/>
                <a:ext cx="878" cy="461"/>
                <a:chOff x="2562" y="4495"/>
                <a:chExt cx="878" cy="461"/>
              </a:xfrm>
            </p:grpSpPr>
            <p:sp>
              <p:nvSpPr>
                <p:cNvPr id="30845" name="Rectangle 125"/>
                <p:cNvSpPr>
                  <a:spLocks noChangeArrowheads="1"/>
                </p:cNvSpPr>
                <p:nvPr/>
              </p:nvSpPr>
              <p:spPr bwMode="auto">
                <a:xfrm>
                  <a:off x="2605" y="4495"/>
                  <a:ext cx="792"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271</a:t>
                  </a:r>
                  <a:endParaRPr lang="en-US" altLang="en-US" sz="1200">
                    <a:solidFill>
                      <a:srgbClr val="000000"/>
                    </a:solidFill>
                  </a:endParaRPr>
                </a:p>
                <a:p>
                  <a:pPr algn="ctr" eaLnBrk="0" hangingPunct="0">
                    <a:lnSpc>
                      <a:spcPct val="100000"/>
                    </a:lnSpc>
                    <a:spcBef>
                      <a:spcPct val="0"/>
                    </a:spcBef>
                    <a:buClrTx/>
                    <a:buSzTx/>
                    <a:buFontTx/>
                    <a:buNone/>
                  </a:pPr>
                  <a:endParaRPr lang="en-US" altLang="en-US" sz="2400"/>
                </a:p>
              </p:txBody>
            </p:sp>
            <p:sp>
              <p:nvSpPr>
                <p:cNvPr id="30846" name="Rectangle 126"/>
                <p:cNvSpPr>
                  <a:spLocks noChangeArrowheads="1"/>
                </p:cNvSpPr>
                <p:nvPr/>
              </p:nvSpPr>
              <p:spPr bwMode="auto">
                <a:xfrm>
                  <a:off x="2562" y="4495"/>
                  <a:ext cx="878"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847" name="Group 127"/>
              <p:cNvGrpSpPr>
                <a:grpSpLocks/>
              </p:cNvGrpSpPr>
              <p:nvPr/>
            </p:nvGrpSpPr>
            <p:grpSpPr bwMode="auto">
              <a:xfrm>
                <a:off x="0" y="4956"/>
                <a:ext cx="734" cy="461"/>
                <a:chOff x="0" y="4956"/>
                <a:chExt cx="734" cy="461"/>
              </a:xfrm>
            </p:grpSpPr>
            <p:sp>
              <p:nvSpPr>
                <p:cNvPr id="30848" name="Rectangle 128"/>
                <p:cNvSpPr>
                  <a:spLocks noChangeArrowheads="1"/>
                </p:cNvSpPr>
                <p:nvPr/>
              </p:nvSpPr>
              <p:spPr bwMode="auto">
                <a:xfrm>
                  <a:off x="43" y="4956"/>
                  <a:ext cx="648"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200">
                      <a:solidFill>
                        <a:srgbClr val="000000"/>
                      </a:solidFill>
                    </a:rPr>
                    <a:t> </a:t>
                  </a:r>
                </a:p>
                <a:p>
                  <a:pPr algn="ctr" eaLnBrk="0" hangingPunct="0">
                    <a:lnSpc>
                      <a:spcPct val="100000"/>
                    </a:lnSpc>
                    <a:spcBef>
                      <a:spcPct val="0"/>
                    </a:spcBef>
                    <a:buClrTx/>
                    <a:buSzTx/>
                    <a:buFontTx/>
                    <a:buNone/>
                  </a:pPr>
                  <a:endParaRPr lang="en-US" altLang="en-US" sz="2400"/>
                </a:p>
              </p:txBody>
            </p:sp>
            <p:sp>
              <p:nvSpPr>
                <p:cNvPr id="30849" name="Rectangle 129"/>
                <p:cNvSpPr>
                  <a:spLocks noChangeArrowheads="1"/>
                </p:cNvSpPr>
                <p:nvPr/>
              </p:nvSpPr>
              <p:spPr bwMode="auto">
                <a:xfrm>
                  <a:off x="0" y="4956"/>
                  <a:ext cx="73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850" name="Group 130"/>
              <p:cNvGrpSpPr>
                <a:grpSpLocks/>
              </p:cNvGrpSpPr>
              <p:nvPr/>
            </p:nvGrpSpPr>
            <p:grpSpPr bwMode="auto">
              <a:xfrm>
                <a:off x="734" y="4956"/>
                <a:ext cx="734" cy="461"/>
                <a:chOff x="734" y="4956"/>
                <a:chExt cx="734" cy="461"/>
              </a:xfrm>
            </p:grpSpPr>
            <p:sp>
              <p:nvSpPr>
                <p:cNvPr id="30851" name="Rectangle 131"/>
                <p:cNvSpPr>
                  <a:spLocks noChangeArrowheads="1"/>
                </p:cNvSpPr>
                <p:nvPr/>
              </p:nvSpPr>
              <p:spPr bwMode="auto">
                <a:xfrm>
                  <a:off x="777" y="4956"/>
                  <a:ext cx="648"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4</a:t>
                  </a:r>
                  <a:endParaRPr lang="en-US" altLang="en-US" sz="1200">
                    <a:solidFill>
                      <a:srgbClr val="000000"/>
                    </a:solidFill>
                  </a:endParaRPr>
                </a:p>
                <a:p>
                  <a:pPr algn="ctr" eaLnBrk="0" hangingPunct="0">
                    <a:lnSpc>
                      <a:spcPct val="100000"/>
                    </a:lnSpc>
                    <a:spcBef>
                      <a:spcPct val="0"/>
                    </a:spcBef>
                    <a:buClrTx/>
                    <a:buSzTx/>
                    <a:buFontTx/>
                    <a:buNone/>
                  </a:pPr>
                  <a:endParaRPr lang="en-US" altLang="en-US" sz="2400"/>
                </a:p>
              </p:txBody>
            </p:sp>
            <p:sp>
              <p:nvSpPr>
                <p:cNvPr id="30852" name="Rectangle 132"/>
                <p:cNvSpPr>
                  <a:spLocks noChangeArrowheads="1"/>
                </p:cNvSpPr>
                <p:nvPr/>
              </p:nvSpPr>
              <p:spPr bwMode="auto">
                <a:xfrm>
                  <a:off x="734" y="4956"/>
                  <a:ext cx="73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853" name="Group 133"/>
              <p:cNvGrpSpPr>
                <a:grpSpLocks/>
              </p:cNvGrpSpPr>
              <p:nvPr/>
            </p:nvGrpSpPr>
            <p:grpSpPr bwMode="auto">
              <a:xfrm>
                <a:off x="1468" y="4956"/>
                <a:ext cx="1094" cy="461"/>
                <a:chOff x="1468" y="4956"/>
                <a:chExt cx="1094" cy="461"/>
              </a:xfrm>
            </p:grpSpPr>
            <p:sp>
              <p:nvSpPr>
                <p:cNvPr id="30854" name="Rectangle 134"/>
                <p:cNvSpPr>
                  <a:spLocks noChangeArrowheads="1"/>
                </p:cNvSpPr>
                <p:nvPr/>
              </p:nvSpPr>
              <p:spPr bwMode="auto">
                <a:xfrm>
                  <a:off x="1511" y="4956"/>
                  <a:ext cx="1008"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37</a:t>
                  </a:r>
                  <a:endParaRPr lang="en-US" altLang="en-US" sz="1200">
                    <a:solidFill>
                      <a:srgbClr val="000000"/>
                    </a:solidFill>
                  </a:endParaRPr>
                </a:p>
                <a:p>
                  <a:pPr algn="ctr" eaLnBrk="0" hangingPunct="0">
                    <a:lnSpc>
                      <a:spcPct val="100000"/>
                    </a:lnSpc>
                    <a:spcBef>
                      <a:spcPct val="0"/>
                    </a:spcBef>
                    <a:buClrTx/>
                    <a:buSzTx/>
                    <a:buFontTx/>
                    <a:buNone/>
                  </a:pPr>
                  <a:endParaRPr lang="en-US" altLang="en-US" sz="2400"/>
                </a:p>
              </p:txBody>
            </p:sp>
            <p:sp>
              <p:nvSpPr>
                <p:cNvPr id="30855" name="Rectangle 135"/>
                <p:cNvSpPr>
                  <a:spLocks noChangeArrowheads="1"/>
                </p:cNvSpPr>
                <p:nvPr/>
              </p:nvSpPr>
              <p:spPr bwMode="auto">
                <a:xfrm>
                  <a:off x="1468" y="4956"/>
                  <a:ext cx="1094"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nvGrpSpPr>
              <p:cNvPr id="30856" name="Group 136"/>
              <p:cNvGrpSpPr>
                <a:grpSpLocks/>
              </p:cNvGrpSpPr>
              <p:nvPr/>
            </p:nvGrpSpPr>
            <p:grpSpPr bwMode="auto">
              <a:xfrm>
                <a:off x="2562" y="4956"/>
                <a:ext cx="878" cy="461"/>
                <a:chOff x="2562" y="4956"/>
                <a:chExt cx="878" cy="461"/>
              </a:xfrm>
            </p:grpSpPr>
            <p:sp>
              <p:nvSpPr>
                <p:cNvPr id="30857" name="Rectangle 137"/>
                <p:cNvSpPr>
                  <a:spLocks noChangeArrowheads="1"/>
                </p:cNvSpPr>
                <p:nvPr/>
              </p:nvSpPr>
              <p:spPr bwMode="auto">
                <a:xfrm>
                  <a:off x="2605" y="4956"/>
                  <a:ext cx="792"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69056" tIns="34529" rIns="69056" bIns="34529"/>
                <a:lstStyle/>
                <a:p>
                  <a:pPr algn="ctr" eaLnBrk="0" hangingPunct="0">
                    <a:lnSpc>
                      <a:spcPct val="100000"/>
                    </a:lnSpc>
                    <a:spcBef>
                      <a:spcPct val="0"/>
                    </a:spcBef>
                    <a:buClrTx/>
                    <a:buSzTx/>
                    <a:buFontTx/>
                    <a:buNone/>
                  </a:pPr>
                  <a:r>
                    <a:rPr lang="en-US" altLang="en-US" sz="1700">
                      <a:solidFill>
                        <a:srgbClr val="000000"/>
                      </a:solidFill>
                    </a:rPr>
                    <a:t>308</a:t>
                  </a:r>
                  <a:endParaRPr lang="en-US" altLang="en-US" sz="1200">
                    <a:solidFill>
                      <a:srgbClr val="000000"/>
                    </a:solidFill>
                  </a:endParaRPr>
                </a:p>
                <a:p>
                  <a:pPr algn="ctr" eaLnBrk="0" hangingPunct="0">
                    <a:lnSpc>
                      <a:spcPct val="100000"/>
                    </a:lnSpc>
                    <a:spcBef>
                      <a:spcPct val="0"/>
                    </a:spcBef>
                    <a:buClrTx/>
                    <a:buSzTx/>
                    <a:buFontTx/>
                    <a:buNone/>
                  </a:pPr>
                  <a:endParaRPr lang="en-US" altLang="en-US" sz="2400"/>
                </a:p>
              </p:txBody>
            </p:sp>
            <p:sp>
              <p:nvSpPr>
                <p:cNvPr id="30858" name="Rectangle 138"/>
                <p:cNvSpPr>
                  <a:spLocks noChangeArrowheads="1"/>
                </p:cNvSpPr>
                <p:nvPr/>
              </p:nvSpPr>
              <p:spPr bwMode="auto">
                <a:xfrm>
                  <a:off x="2562" y="4956"/>
                  <a:ext cx="878" cy="46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grpSp>
        <p:sp>
          <p:nvSpPr>
            <p:cNvPr id="30859" name="Rectangle 139"/>
            <p:cNvSpPr>
              <a:spLocks noChangeArrowheads="1"/>
            </p:cNvSpPr>
            <p:nvPr/>
          </p:nvSpPr>
          <p:spPr bwMode="auto">
            <a:xfrm>
              <a:off x="2355" y="2970"/>
              <a:ext cx="9696" cy="528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lIns="92075" tIns="46038" rIns="92075" bIns="46038"/>
            <a:lstStyle/>
            <a:p>
              <a:endParaRPr lang="en-US"/>
            </a:p>
          </p:txBody>
        </p:sp>
      </p:grpSp>
      <p:sp>
        <p:nvSpPr>
          <p:cNvPr id="30722" name="Rectangle 2"/>
          <p:cNvSpPr>
            <a:spLocks noGrp="1" noChangeArrowheads="1"/>
          </p:cNvSpPr>
          <p:nvPr>
            <p:ph type="title"/>
          </p:nvPr>
        </p:nvSpPr>
        <p:spPr>
          <a:xfrm>
            <a:off x="463061" y="363070"/>
            <a:ext cx="10515600" cy="420321"/>
          </a:xfrm>
        </p:spPr>
        <p:txBody>
          <a:bodyPr>
            <a:normAutofit fontScale="90000"/>
          </a:bodyPr>
          <a:lstStyle/>
          <a:p>
            <a:r>
              <a:rPr lang="fr-FR" altLang="en-US" dirty="0"/>
              <a:t>RFM Cumulative Score</a:t>
            </a:r>
            <a:r>
              <a:rPr lang="en-US" altLang="en-US" dirty="0"/>
              <a:t> </a:t>
            </a:r>
          </a:p>
        </p:txBody>
      </p:sp>
      <p:sp>
        <p:nvSpPr>
          <p:cNvPr id="30723" name="Rectangle 3"/>
          <p:cNvSpPr>
            <a:spLocks noGrp="1" noChangeArrowheads="1"/>
          </p:cNvSpPr>
          <p:nvPr>
            <p:ph type="body" idx="1"/>
          </p:nvPr>
        </p:nvSpPr>
        <p:spPr>
          <a:xfrm>
            <a:off x="650630" y="5409488"/>
            <a:ext cx="8610600" cy="1411288"/>
          </a:xfrm>
        </p:spPr>
        <p:txBody>
          <a:bodyPr/>
          <a:lstStyle/>
          <a:p>
            <a:pPr>
              <a:lnSpc>
                <a:spcPct val="130000"/>
              </a:lnSpc>
            </a:pPr>
            <a:r>
              <a:rPr lang="en-US" altLang="en-US" sz="1600"/>
              <a:t>Cumulative scores: 249 for John, 112 for Smith and 308 for Mags; indicate a potential preference for Mags</a:t>
            </a:r>
          </a:p>
          <a:p>
            <a:pPr>
              <a:lnSpc>
                <a:spcPct val="130000"/>
              </a:lnSpc>
            </a:pPr>
            <a:r>
              <a:rPr lang="en-US" altLang="en-US" sz="1600"/>
              <a:t>John seems to be a good prospect, but mailing to Smith might be a misdirected marketing effort </a:t>
            </a:r>
          </a:p>
        </p:txBody>
      </p:sp>
    </p:spTree>
    <p:extLst>
      <p:ext uri="{BB962C8B-B14F-4D97-AF65-F5344CB8AC3E}">
        <p14:creationId xmlns:p14="http://schemas.microsoft.com/office/powerpoint/2010/main" val="234217093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
            </a:r>
            <a:r>
              <a:rPr lang="en-US" dirty="0" smtClean="0"/>
              <a:t>eference</a:t>
            </a:r>
            <a:endParaRPr lang="en-US" dirty="0"/>
          </a:p>
        </p:txBody>
      </p:sp>
      <p:sp>
        <p:nvSpPr>
          <p:cNvPr id="3" name="Content Placeholder 2"/>
          <p:cNvSpPr>
            <a:spLocks noGrp="1"/>
          </p:cNvSpPr>
          <p:nvPr>
            <p:ph idx="1"/>
          </p:nvPr>
        </p:nvSpPr>
        <p:spPr/>
        <p:txBody>
          <a:bodyPr/>
          <a:lstStyle/>
          <a:p>
            <a:r>
              <a:rPr lang="en-US" dirty="0">
                <a:hlinkClick r:id="rId2"/>
              </a:rPr>
              <a:t>https://</a:t>
            </a:r>
            <a:r>
              <a:rPr lang="en-US" dirty="0" smtClean="0">
                <a:hlinkClick r:id="rId2"/>
              </a:rPr>
              <a:t>cdn2.hubspot.net/hub/184373/file-41856256-pdf/docs/modern-approach-to-rfm-segmentation-ebook.pdf</a:t>
            </a:r>
            <a:endParaRPr lang="en-US" dirty="0" smtClean="0"/>
          </a:p>
          <a:p>
            <a:r>
              <a:rPr lang="en-US" dirty="0">
                <a:hlinkClick r:id="rId3"/>
              </a:rPr>
              <a:t>http://web.nchu.edu.tw/~</a:t>
            </a:r>
            <a:r>
              <a:rPr lang="en-US" dirty="0" smtClean="0">
                <a:hlinkClick r:id="rId3"/>
              </a:rPr>
              <a:t>jodytsao/CRM/40471871-CRM-A-Database-Approach-Kumar-Reinartz-Ch06.ppt</a:t>
            </a:r>
            <a:endParaRPr lang="en-US" dirty="0" smtClean="0"/>
          </a:p>
          <a:p>
            <a:endParaRPr lang="en-US" dirty="0" smtClean="0"/>
          </a:p>
          <a:p>
            <a:endParaRPr lang="en-US" dirty="0"/>
          </a:p>
        </p:txBody>
      </p:sp>
    </p:spTree>
    <p:extLst>
      <p:ext uri="{BB962C8B-B14F-4D97-AF65-F5344CB8AC3E}">
        <p14:creationId xmlns:p14="http://schemas.microsoft.com/office/powerpoint/2010/main" val="22999627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0087" y="2576062"/>
            <a:ext cx="10515600" cy="1325563"/>
          </a:xfrm>
        </p:spPr>
        <p:txBody>
          <a:bodyPr/>
          <a:lstStyle/>
          <a:p>
            <a:pPr algn="ctr"/>
            <a:r>
              <a:rPr lang="en-IN" dirty="0" smtClean="0"/>
              <a:t>THANK YOU</a:t>
            </a:r>
            <a:endParaRPr lang="en-IN" dirty="0"/>
          </a:p>
        </p:txBody>
      </p:sp>
    </p:spTree>
    <p:extLst>
      <p:ext uri="{BB962C8B-B14F-4D97-AF65-F5344CB8AC3E}">
        <p14:creationId xmlns:p14="http://schemas.microsoft.com/office/powerpoint/2010/main" val="30761969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TotalTime>
  <Words>1033</Words>
  <Application>Microsoft Office PowerPoint</Application>
  <PresentationFormat>Widescreen</PresentationFormat>
  <Paragraphs>362</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RFM vs Predictive Models</vt:lpstr>
      <vt:lpstr>PowerPoint Presentation</vt:lpstr>
      <vt:lpstr>PowerPoint Presentation</vt:lpstr>
      <vt:lpstr>PowerPoint Presentation</vt:lpstr>
      <vt:lpstr>PowerPoint Presentation</vt:lpstr>
      <vt:lpstr>PowerPoint Presentation</vt:lpstr>
      <vt:lpstr>PowerPoint Presentation</vt:lpstr>
      <vt:lpstr>Alternative RFM Score</vt:lpstr>
      <vt:lpstr>RFM Method 2- Regression Method</vt:lpstr>
      <vt:lpstr>Recency Score</vt:lpstr>
      <vt:lpstr>Frequency Score</vt:lpstr>
      <vt:lpstr>Monetary Value Score </vt:lpstr>
      <vt:lpstr>RFM Cumulative Score </vt:lpstr>
      <vt:lpstr>Reference</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laptop</dc:creator>
  <cp:lastModifiedBy>swagato</cp:lastModifiedBy>
  <cp:revision>18</cp:revision>
  <dcterms:created xsi:type="dcterms:W3CDTF">2020-01-06T04:57:33Z</dcterms:created>
  <dcterms:modified xsi:type="dcterms:W3CDTF">2020-01-28T06:05:07Z</dcterms:modified>
</cp:coreProperties>
</file>